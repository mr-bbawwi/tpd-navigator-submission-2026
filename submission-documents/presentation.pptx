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c50f551d70e4538" /><Relationship Type="http://schemas.openxmlformats.org/officeDocument/2006/relationships/extended-properties" Target="/docProps/app.xml" Id="Rd01dbc1f706a487c" /><Relationship Type="http://schemas.openxmlformats.org/officeDocument/2006/relationships/officeDocument" Target="/ppt/presentation.xml" Id="Rfb1e1b7149824883" /></Relationships>
</file>

<file path=ppt/presentation.xml><?xml version="1.0" encoding="utf-8"?>
<p:presentation xmlns:p="http://schemas.openxmlformats.org/presentationml/2006/main">
  <p:sldMasterIdLst>
    <p:sldMasterId xmlns:r="http://schemas.openxmlformats.org/officeDocument/2006/relationships" id="2147483648" r:id="R22b729e46258462c"/>
  </p:sldMasterIdLst>
  <p:notesMasterIdLst>
    <p:notesMasterId xmlns:r="http://schemas.openxmlformats.org/officeDocument/2006/relationships" r:id="R3a71a0c91d254e5f"/>
  </p:notesMasterIdLst>
  <p:sldIdLst>
    <p:sldId xmlns:r="http://schemas.openxmlformats.org/officeDocument/2006/relationships" id="256" r:id="R193acb05494443f9"/>
    <p:sldId xmlns:r="http://schemas.openxmlformats.org/officeDocument/2006/relationships" id="257" r:id="R37dbbf70be9a4deb"/>
    <p:sldId xmlns:r="http://schemas.openxmlformats.org/officeDocument/2006/relationships" id="258" r:id="Re20e8b7bcaab47e1"/>
    <p:sldId xmlns:r="http://schemas.openxmlformats.org/officeDocument/2006/relationships" id="259" r:id="R6ecc524d330b4068"/>
    <p:sldId xmlns:r="http://schemas.openxmlformats.org/officeDocument/2006/relationships" id="260" r:id="Re3f5eb44f4c64d92"/>
    <p:sldId xmlns:r="http://schemas.openxmlformats.org/officeDocument/2006/relationships" id="261" r:id="Rf2263751d84a45d8"/>
    <p:sldId xmlns:r="http://schemas.openxmlformats.org/officeDocument/2006/relationships" id="262" r:id="R50c2af5c609e4a73"/>
    <p:sldId xmlns:r="http://schemas.openxmlformats.org/officeDocument/2006/relationships" id="263" r:id="R5c41147dd4e1473e"/>
    <p:sldId xmlns:r="http://schemas.openxmlformats.org/officeDocument/2006/relationships" id="264" r:id="R7e8f04c4123648d8"/>
    <p:sldId xmlns:r="http://schemas.openxmlformats.org/officeDocument/2006/relationships" id="265" r:id="R421582a8c3ae473a"/>
    <p:sldId xmlns:r="http://schemas.openxmlformats.org/officeDocument/2006/relationships" id="266" r:id="Redc351df56444361"/>
    <p:sldId xmlns:r="http://schemas.openxmlformats.org/officeDocument/2006/relationships" id="267" r:id="Ra26cb7ea2d984ba8"/>
    <p:sldId xmlns:r="http://schemas.openxmlformats.org/officeDocument/2006/relationships" id="268" r:id="Rfe6d41158e414a88"/>
    <p:sldId xmlns:r="http://schemas.openxmlformats.org/officeDocument/2006/relationships" id="269" r:id="R870bcf8b66ca43d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ca4bb6c7e504054" /><Relationship Type="http://schemas.openxmlformats.org/officeDocument/2006/relationships/slideMaster" Target="/ppt/slideMasters/slideMaster1.xml" Id="R22b729e46258462c" /><Relationship Type="http://schemas.openxmlformats.org/officeDocument/2006/relationships/notesMaster" Target="/ppt/notesMasters/notesMaster1.xml" Id="R3a71a0c91d254e5f" /><Relationship Type="http://schemas.openxmlformats.org/officeDocument/2006/relationships/presProps" Target="/ppt/presProps.xml" Id="Rf5cf092f06b142c2" /><Relationship Type="http://schemas.openxmlformats.org/officeDocument/2006/relationships/tableStyles" Target="/ppt/tableStyles.xml" Id="R82eba7256ba244f9" /><Relationship Type="http://schemas.openxmlformats.org/officeDocument/2006/relationships/slide" Target="/ppt/slides/slide1.xml" Id="R193acb05494443f9" /><Relationship Type="http://schemas.openxmlformats.org/officeDocument/2006/relationships/slide" Target="/ppt/slides/slide2.xml" Id="R37dbbf70be9a4deb" /><Relationship Type="http://schemas.openxmlformats.org/officeDocument/2006/relationships/slide" Target="/ppt/slides/slide3.xml" Id="Re20e8b7bcaab47e1" /><Relationship Type="http://schemas.openxmlformats.org/officeDocument/2006/relationships/slide" Target="/ppt/slides/slide4.xml" Id="R6ecc524d330b4068" /><Relationship Type="http://schemas.openxmlformats.org/officeDocument/2006/relationships/slide" Target="/ppt/slides/slide5.xml" Id="Re3f5eb44f4c64d92" /><Relationship Type="http://schemas.openxmlformats.org/officeDocument/2006/relationships/slide" Target="/ppt/slides/slide6.xml" Id="Rf2263751d84a45d8" /><Relationship Type="http://schemas.openxmlformats.org/officeDocument/2006/relationships/slide" Target="/ppt/slides/slide7.xml" Id="R50c2af5c609e4a73" /><Relationship Type="http://schemas.openxmlformats.org/officeDocument/2006/relationships/slide" Target="/ppt/slides/slide8.xml" Id="R5c41147dd4e1473e" /><Relationship Type="http://schemas.openxmlformats.org/officeDocument/2006/relationships/slide" Target="/ppt/slides/slide9.xml" Id="R7e8f04c4123648d8" /><Relationship Type="http://schemas.openxmlformats.org/officeDocument/2006/relationships/slide" Target="/ppt/slides/slide10.xml" Id="R421582a8c3ae473a" /><Relationship Type="http://schemas.openxmlformats.org/officeDocument/2006/relationships/slide" Target="/ppt/slides/slide11.xml" Id="Redc351df56444361" /><Relationship Type="http://schemas.openxmlformats.org/officeDocument/2006/relationships/slide" Target="/ppt/slides/slide12.xml" Id="Ra26cb7ea2d984ba8" /><Relationship Type="http://schemas.openxmlformats.org/officeDocument/2006/relationships/slide" Target="/ppt/slides/slide13.xml" Id="Rfe6d41158e414a88" /><Relationship Type="http://schemas.openxmlformats.org/officeDocument/2006/relationships/slide" Target="/ppt/slides/slide14.xml" Id="R870bcf8b66ca43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5b960678ce4a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7887618fc84e02" /><Relationship Type="http://schemas.openxmlformats.org/officeDocument/2006/relationships/notesMaster" Target="/ppt/notesMasters/notesMaster1.xml" Id="R3948e06003154d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fcdbf05070164911" /><Relationship Type="http://schemas.openxmlformats.org/officeDocument/2006/relationships/notesMaster" Target="/ppt/notesMasters/notesMaster1.xml" Id="R75b1c25210864b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5463776a5d08442b" /><Relationship Type="http://schemas.openxmlformats.org/officeDocument/2006/relationships/notesMaster" Target="/ppt/notesMasters/notesMaster1.xml" Id="R09c4aebe7eac451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f7669a7ee204a3a" /><Relationship Type="http://schemas.openxmlformats.org/officeDocument/2006/relationships/notesMaster" Target="/ppt/notesMasters/notesMaster1.xml" Id="Rc26a11e54a4e4255" /></Relationships>
</file>

<file path=ppt/notesSlides/_rels/notesSlide5.xml.rels>&#65279;<?xml version="1.0" encoding="utf-8"?><Relationships xmlns="http://schemas.openxmlformats.org/package/2006/relationships"><Relationship Type="http://schemas.openxmlformats.org/officeDocument/2006/relationships/slide" Target="/ppt/slides/slide5.xml" Id="R25e903bd1f0f4479" /><Relationship Type="http://schemas.openxmlformats.org/officeDocument/2006/relationships/notesMaster" Target="/ppt/notesMasters/notesMaster1.xml" Id="Rfc6a493bd57c47a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436b3a272e2435c" /><Relationship Type="http://schemas.openxmlformats.org/officeDocument/2006/relationships/notesMaster" Target="/ppt/notesMasters/notesMaster1.xml" Id="Rc2c5a05f2d004559" /></Relationships>
</file>

<file path=ppt/notesSlides/_rels/notesSlide7.xml.rels>&#65279;<?xml version="1.0" encoding="utf-8"?><Relationships xmlns="http://schemas.openxmlformats.org/package/2006/relationships"><Relationship Type="http://schemas.openxmlformats.org/officeDocument/2006/relationships/slide" Target="/ppt/slides/slide7.xml" Id="R4d4b9efd9b9d40a1" /><Relationship Type="http://schemas.openxmlformats.org/officeDocument/2006/relationships/notesMaster" Target="/ppt/notesMasters/notesMaster1.xml" Id="Re8435110db324df5" /></Relationships>
</file>

<file path=ppt/notesSlides/_rels/notesSlide8.xml.rels>&#65279;<?xml version="1.0" encoding="utf-8"?><Relationships xmlns="http://schemas.openxmlformats.org/package/2006/relationships"><Relationship Type="http://schemas.openxmlformats.org/officeDocument/2006/relationships/slide" Target="/ppt/slides/slide8.xml" Id="R19c83fa3abc940e2" /><Relationship Type="http://schemas.openxmlformats.org/officeDocument/2006/relationships/notesMaster" Target="/ppt/notesMasters/notesMaster1.xml" Id="R4f7784f361814e6a" /></Relationships>
</file>

<file path=ppt/notesSlides/_rels/notesSlide9.xml.rels>&#65279;<?xml version="1.0" encoding="utf-8"?><Relationships xmlns="http://schemas.openxmlformats.org/package/2006/relationships"><Relationship Type="http://schemas.openxmlformats.org/officeDocument/2006/relationships/slide" Target="/ppt/slides/slide9.xml" Id="R9a56602652b84217" /><Relationship Type="http://schemas.openxmlformats.org/officeDocument/2006/relationships/notesMaster" Target="/ppt/notesMasters/notesMaster1.xml" Id="R585dd27c05ad44f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af3154f10384c68" /><Relationship Type="http://schemas.openxmlformats.org/officeDocument/2006/relationships/notesMaster" Target="/ppt/notesMasters/notesMaster1.xml" Id="R02b7ed337068410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d2e085340684e3d" /><Relationship Type="http://schemas.openxmlformats.org/officeDocument/2006/relationships/notesMaster" Target="/ppt/notesMasters/notesMaster1.xml" Id="Rc1128778805746b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addec3d6d074397" /><Relationship Type="http://schemas.openxmlformats.org/officeDocument/2006/relationships/notesMaster" Target="/ppt/notesMasters/notesMaster1.xml" Id="R2b4acfbb1af946d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290e67607724b57" /><Relationship Type="http://schemas.openxmlformats.org/officeDocument/2006/relationships/notesMaster" Target="/ppt/notesMasters/notesMaster1.xml" Id="R1ab695441be246f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5b834ccab9f47b9" /><Relationship Type="http://schemas.openxmlformats.org/officeDocument/2006/relationships/notesMaster" Target="/ppt/notesMasters/notesMaster1.xml" Id="R0bae6c9a97e340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25초. Team Degradome의 에이전트는 DEGRON, 제품은 TPD Navigator입니다. 첫 사례는 SMARCA2로 범위를 제한했습니다. 오늘의 주장은 신약 효능이 아니라 생성, 비교, 실패 추적을 하나의 감사 가능한 연구 흐름으로 연결했다는 것입니다. 출처: active/docs/v7_final_report.md 핵심 결과와 경계; active/docs/v7_competition_mapping.md 원 제안과 실제 상태.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40초. 문헌 근거에서 후보 생성, 실패 추적, CRBN과 VHL 후보 비교까지 SMARCA2 첫 구현으로 연결했습니다. 예선의 임의 표적 일반화와 에이전트 재계획 17개 경로는 장기 목표이며, 17개는 합성 경로 17개가 아닙니다. 지금 검증한 것은 SMARCA2 한정 fresh implementation이며 완전자율, 효능, 과학적 승인을 주장하지 않습니다. 출처: active/docs/v7_competition_mapping.md 원 제안 → 현재 합의 → 실제 상태; active/docs/v7_final_report.md 결론과 우선순위.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45초. 실행 흐름은 문헌 근거, 계획과 버전, warhead와 linker, CRBN과 VHL 조립, 계산과 비교, 보고와 검토로 이어집니다. RDKit 분자 그래프, AutoDock Vina, Boltz, MolGpKa와 근거 저장 도구를 연결했습니다. 부모 선택, 결합 상태 해석, geometry 승인, 합성 가능성, 최종 결정은 사람 책임입니다. 출처: active/docs/v7_final_report.md 제품 사용 범위 및 14개 과학 기준; active/docs/v7_competition_mapping.md 도구 활용 및 통합 능력.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40초. medicinal chemistry 변경은 자유 생성이 아닙니다. 결합에 필요한 core는 보존하고, 기존 전문가 waiver가 인정된 단일 변형 site인 atom map 19에서만 변경했습니다. 이 위치에 여섯 linker를 적용하고 CRBN과 VHL을 조합해 E3별 provenance를 유지했습니다. 이는 assembly를 만들었다는 뜻이지 분해 효능이나 세포 효능을 입증했다는 뜻은 아닙니다. 출처: active/docs/v7_final_report.md 14개 과학 기준의 3, 4, 7번; 저장 strict FX5 기준선 설명.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45초. 이 표의 핵심은 숫자의 크기가 아니라 분모 분리입니다. strict FX5는 graph 38에서 docking과 raw pose-qualified 8, 최종 strict 선택 3, assembly 36입니다. 9-parent 탐색은 parent 9, selected 27, assembly 324이며 docking 234회 중 231 완료, 3 실행 실패, 91 pose 제외입니다. native20은 pose pass 15지만 strict qualified는 0입니다. 세 코호트를 합산하거나 native pose 15를 strict 3의 대체값으로 쓰지 않습니다. 출처: active/docs/v7_final_report.md 핵심 결과와 경계; raw-v7/parent-funnel/compact-summary.json; raw-v7/native-panel20/compact-summary.json.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45초. 기존 개발 seed를 본 뒤 새 규칙을 먼저 동결하고, 새 seed 101, 127, 149, 173, 197에 적용했습니다. raw 25개 중 10개가 pass했고 complex-ipLDDT top-1은 3/5, 같은 seed의 confidence top-1은 2/5였습니다. 다만 같은 6BOY 구조의 seed holdout이므로 독립 표적, 독립 구조, 학습 holdout 또는 통계적 우월성은 아닙니다. 기존 formal known gate 2/5 실패는 그대로 남습니다. 출처: active/docs/v7_final_report.md 새 seed holdout; raw-v7/calibration-holdout/protocol-summary.json; final-verification.json revision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35초. novel 자료는 후보 2개와 각 5 seed, raw model 50개, 선택 geometry 10개입니다. 반복 자료는 있지만 전체 seed의 topology와 clash를 사람이 아직 승인하지 않았습니다. MolGpKa는 분리 warhead analogue 3개와 26 import records입니다. 완성 PROTAC, protein-bound 상태, 측정값이 아니며 N5001, 환경 효과, coupled population, 반복 독립 검증이 남았습니다. 출처: active/docs/v7_final_report.md novel 자료 및 MolGpKa 계산; raw-v7/ligand-pka/compact-summary.json; final-verification.json computed_pka_import.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30초. 저장된 AI 심사는 proposal, critic, judge를 2라운드 수행한 6호출이며 315,296 tokens의 실제 사용 기록이 있습니다. 그러나 AI judge는 사람 전문가가 아닙니다. final verification에서 human decision, statement, policy는 모두 0입니다. 그래서 AI 실행 기록과 형식적 사람 승인을 분리해 표시합니다. 출처: active/docs/v7_final_report.md 제품 사용 범위; active/reports/closure-final-20261001-v7/final-verification.json record_preservation.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150초. 공개 데모의 세 질의는 모두 저장 replay입니다. 질의 1은 CRBN, VHL, linker 후보 비교로 324개 탐색 assembly와 화면 비교 예시 3개를 확인합니다. 이 3개는 UI 예시이며 과학적 최종 3후보를 뜻하지 않습니다. 질의 2는 docking 실행 실패 3과 pose 제외 91을 서로 다른 상태로 확인합니다. 질의 3은 공식 14개 기준의 통과 3, 미충족 4, 검토 대기 7을 확인한 뒤 저장된 AI 개선 검토 2라운드 6호출과 별도 holdout 3/5를 구분해 봅니다. 새 외부 LLM이나 GPU를 호출하지 않으며, 화면에 없는 제어 기능을 약속하지 않습니다. 출처: active/docs/v7_demo_runbook.md; active/docs/v7_final_report.md 제품 사용 범위; 공개 데모 실제 캡처 및 검증된 URL https://mr-bbawwi.github.io/tpd-navigator-submission-2026/; final-verification.json browser_checks.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40초. 전체 시험은 1,202개이며 16개를 skip해 1,186개를 실행했고 모두 통과했습니다. failure와 error는 0입니다. 외부 전달 영수증의 Fresh ZIP 실제 02 명령은 191.875초이며 return code 0으로 graph 38, raw 8, final 3을 재현했습니다. 내부 staged smoke 189.477초와 혼동하지 않습니다. Fresh ZIP 실행은 linker 1개로 assembly 6을 만들었고 저장된 6-linker 기준선 assembly 36과 분모가 다릅니다. lifecycle과 record hash 보존도 확인했습니다. 출처: workspace final-delivery/delivery-verification.json; 내부 검증 기록 final-verification.json full_suite, cpu_trial, lifecycle.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45초. revision 9의 공식 집계는 통과 3, 미충족 4, 검토 대기 7입니다. 새 calibration은 유망한 진단이지만 기존 known gate 2/5 실패를 소급 대체하지 않습니다. 다음 작업은 사람을 기다리는 것만이 아닙니다. native M2 strict-worker, protocol scope approval와 rebinding을 구현하고, 8 parent의 atom-specific SAR을 연결하며, bound-state pKa와 novel geometry를 검토하고, 정확한 분자의 retrosynthesis와 합성 실행 가능성을 확인해야 합니다. 출처: active/docs/v7_final_report.md 14개 과학 기준과 필요한 다음 조치; final-verification.json assessment revision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40초. 우리가 만든 가치는 정답처럼 보이는 숫자가 아니라, 어떤 근거로 후보를 만들고 무엇을 제외했으며 어디서 사람 판단이 필요한지 다시 따라갈 수 있는 경로입니다. 현재 과학적 주장은 제한적입니다. 다음 이정표는 실제 family 6개와 final strict panel 10에서 20개를 확보하는 것입니다. 데모와 코드 URL을 안내하고 마칩니다. 출처: active/docs/v7_final_report.md 결론과 우선순위; active/docs/v7_competition_mapping.md 종합 평가; 공식 본선 페이지 https://daker.ai/public/hackathons/4th-jump-ai-agentic-drug-challenge-finals-1.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14개 기준을 한 화면에서 확인합니다. 통과는 변형 site, constitutional graph, 양 E3 assembly입니다. 미충족은 parent funnel, actual family, final strict panel, known calibration입니다. 나머지 7개는 사람 판단 또는 추가 실제 증거가 필요한 검토 대기입니다. 출처: active/docs/v7_final_report.md 14개 과학 기준; active/reports/closure-final-20261001-v7/final-verification.json assessment.criteria.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공식 배점은 과학 30, 자율성 10, 도구 통합 15, 리소스 15, 시연 30입니다. 이 슬라이드는 자체 점수를 계산하지 않습니다. 현재 강점은 도구 통합과 추적성이고, 제한은 부분적 과학 타당성, 제한된 자율성 및 일반화, 동등 품질 비용 baseline 부재입니다. 출처: active/docs/v7_competition_mapping.md 공식 평가항목; sources/competition/(공고)AI 신약개발 경진대회.pdf 5쪽; https://daker.ai/public/hackathons/4th-jump-ai-agentic-drug-challenge-finals-1.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770dc6ad51440c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bb669273901443f" /><Relationship Type="http://schemas.openxmlformats.org/officeDocument/2006/relationships/slideLayout" Target="/ppt/slideLayouts/slideLayout1.xml" Id="Re9e949fd130544d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e949fd130544d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4bec50de0134c40" /><Relationship Type="http://schemas.openxmlformats.org/officeDocument/2006/relationships/notesSlide" Target="/ppt/notesSlides/notesSlide1.xml" Id="R6b5ec11d108d465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4fb7ae0439341d9" /><Relationship Type="http://schemas.openxmlformats.org/officeDocument/2006/relationships/notesSlide" Target="/ppt/notesSlides/notesSlide2.xml" Id="R3db5ad53a574449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27c9544df2d45c3" /><Relationship Type="http://schemas.openxmlformats.org/officeDocument/2006/relationships/notesSlide" Target="/ppt/notesSlides/notesSlide3.xml" Id="R504d46129d82422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1f0942c30d14b31" /><Relationship Type="http://schemas.openxmlformats.org/officeDocument/2006/relationships/notesSlide" Target="/ppt/notesSlides/notesSlide4.xml" Id="Re93c92ef041b4e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e610a2132d742e2" /><Relationship Type="http://schemas.openxmlformats.org/officeDocument/2006/relationships/notesSlide" Target="/ppt/notesSlides/notesSlide5.xml" Id="R7aa6ed79021745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25e90ae5eeb4d73" /><Relationship Type="http://schemas.openxmlformats.org/officeDocument/2006/relationships/chart" Target="/ppt/slides/charts/chart1.xml" Id="R637d8051819a463d" /><Relationship Type="http://schemas.openxmlformats.org/officeDocument/2006/relationships/notesSlide" Target="/ppt/notesSlides/notesSlide6.xml" Id="R05b26a3dc2cc4fc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6d08ba22cc246a3" /><Relationship Type="http://schemas.openxmlformats.org/officeDocument/2006/relationships/notesSlide" Target="/ppt/notesSlides/notesSlide7.xml" Id="Rcdd4c285fb9a452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318e84faf2847f4" /><Relationship Type="http://schemas.openxmlformats.org/officeDocument/2006/relationships/notesSlide" Target="/ppt/notesSlides/notesSlide8.xml" Id="Rbdb34ba4b8e0424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1f8f44ae94f4d68" /><Relationship Type="http://schemas.openxmlformats.org/officeDocument/2006/relationships/image" Target="/ppt/media/image.jpeg" Id="R252dc8585bc941be" /><Relationship Type="http://schemas.openxmlformats.org/officeDocument/2006/relationships/notesSlide" Target="/ppt/notesSlides/notesSlide9.xml" Id="R185b1fe762d24c4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e0400b5a82b4480" /><Relationship Type="http://schemas.openxmlformats.org/officeDocument/2006/relationships/notesSlide" Target="/ppt/notesSlides/notesSlide10.xml" Id="Rd89c95b976ea470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7fb3a03ca24432d" /><Relationship Type="http://schemas.openxmlformats.org/officeDocument/2006/relationships/notesSlide" Target="/ppt/notesSlides/notesSlide11.xml" Id="Ra30c84d024c545d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0f4710981464dcb" /><Relationship Type="http://schemas.openxmlformats.org/officeDocument/2006/relationships/notesSlide" Target="/ppt/notesSlides/notesSlide12.xml" Id="R2a7277968b86439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600bb756d2247cb" /><Relationship Type="http://schemas.openxmlformats.org/officeDocument/2006/relationships/notesSlide" Target="/ppt/notesSlides/notesSlide13.xml" Id="Rf01a680ac953447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000591bf7524686" /><Relationship Type="http://schemas.openxmlformats.org/officeDocument/2006/relationships/notesSlide" Target="/ppt/notesSlides/notesSlide14.xml" Id="R5ee50a5f504d42f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선택 성공 seed</c:v>
          </c:tx>
          <c:spPr>
            <a:solidFill xmlns:a="http://schemas.openxmlformats.org/drawingml/2006/main">
              <a:srgbClr val="087F78"/>
            </a:solidFill>
          </c:spPr>
          <c:dPt>
            <c:idx val="1"/>
            <c:invertIfNegative val="0"/>
            <c:spPr>
              <a:solidFill xmlns:a="http://schemas.openxmlformats.org/drawingml/2006/main">
                <a:srgbClr val="C98721"/>
              </a:solidFill>
            </c:spPr>
          </c:dPt>
          <c:cat>
            <c:strRef>
              <c:f>'Chart Data'!$A$2:$A$3</c:f>
              <c:strCache>
                <c:ptCount val="2"/>
                <c:pt idx="0">
                  <c:v>complex-ipLDDT</c:v>
                </c:pt>
                <c:pt idx="1">
                  <c:v>confidence</c:v>
                </c:pt>
              </c:strCache>
            </c:strRef>
          </c:cat>
          <c:val>
            <c:numRef>
              <c:f>'Chart Data'!$B$2:$B$3</c:f>
              <c:numCache>
                <c:formatCode>0</c:formatCode>
                <c:ptCount val="2"/>
                <c:pt idx="0">
                  <c:v>3</c:v>
                </c:pt>
                <c:pt idx="1">
                  <c:v>2</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2263A"/>
                  </a:solidFill>
                  <a:latin typeface="Malgun Gothic"/>
                  <a:ea typeface="Malgun Gothic"/>
                  <a:cs typeface="Malgun Gothic"/>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l"/>
        <c:majorGridlines>
          <c:spPr>
            <a:ln xmlns:a="http://schemas.openxmlformats.org/drawingml/2006/main" w="9525">
              <a:solidFill>
                <a:srgbClr val="CAD5D1"/>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7782"/>
                </a:solidFill>
                <a:latin typeface="Malgun Gothic"/>
                <a:ea typeface="Malgun Gothic"/>
                <a:cs typeface="Malgun Gothic"/>
              </a:defRPr>
            </a:pPr>
          </a:p>
        </c:txPr>
        <c:crossAx val="48672768"/>
      </c:catAx>
      <c:valAx>
        <c:axId val="48672768"/>
        <c:scaling>
          <c:orientation val="minMax"/>
          <c:max val="5"/>
          <c:min val="0"/>
        </c:scaling>
        <c:delete val="0"/>
        <c:axPos val="b"/>
        <c:numFmt formatCode="0"/>
        <c:majorTickMark val="none"/>
        <c:minorTickMark val="none"/>
        <c:spPr>
          <a:ln xmlns:a="http://schemas.openxmlformats.org/drawingml/2006/main" w="9525">
            <a:solidFill>
              <a:srgbClr val="CAD5D1"/>
            </a:solidFill>
          </a:ln>
        </c:spPr>
        <c:txPr>
          <a:bodyPr xmlns:a="http://schemas.openxmlformats.org/drawingml/2006/main" anchorCtr="1"/>
          <a:lstStyle xmlns:a="http://schemas.openxmlformats.org/drawingml/2006/main"/>
          <a:p xmlns:a="http://schemas.openxmlformats.org/drawingml/2006/main">
            <a:pPr>
              <a:defRPr sz="1500">
                <a:solidFill>
                  <a:srgbClr val="12263A"/>
                </a:solidFill>
                <a:latin typeface="Malgun Gothic"/>
                <a:ea typeface="Malgun Gothic"/>
                <a:cs typeface="Malgun Gothic"/>
              </a:defRPr>
            </a:pPr>
          </a:p>
        </c:txPr>
        <c:crossAx val="48650112"/>
        <c:crossBetween val="between"/>
        <c:majorUnit val="1"/>
      </c:valAx>
      <c:spPr>
        <a:solidFill xmlns:a="http://schemas.openxmlformats.org/drawingml/2006/main">
          <a:srgbClr val="F7F6F1"/>
        </a:solidFill>
        <a:ln xmlns:a="http://schemas.openxmlformats.org/drawingml/2006/main" w="0">
          <a:solidFill>
            <a:srgbClr val="F7F6F1"/>
          </a:solidFill>
        </a:ln>
      </c:spPr>
    </c:plotArea>
    <c:plotVisOnly val="1"/>
  </c:chart>
  <c:spPr>
    <a:solidFill xmlns:a="http://schemas.openxmlformats.org/drawingml/2006/main">
      <a:srgbClr val="F7F6F1"/>
    </a:solidFill>
    <a:ln xmlns:a="http://schemas.openxmlformats.org/drawingml/2006/main" w="0">
      <a:solidFill>
        <a:srgbClr val="F7F6F1"/>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13584F2-C73A-41F9-B75E-306203EA8EC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87F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D1A3B19-FF6C-42E7-B3CD-71AF0D085A65}"/>
              </a:ext>
            </a:extLst>
          </p:cNvPr>
          <p:cNvSpPr>
            <a:spLocks xmlns:a="http://schemas.openxmlformats.org/drawingml/2006/main" noGrp="1"/>
          </p:cNvSpPr>
          <p:nvPr/>
        </p:nvSpPr>
        <p:spPr>
          <a:xfrm xmlns:a="http://schemas.openxmlformats.org/drawingml/2006/main">
            <a:off x="685800" y="6477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087F78"/>
                </a:solidFill>
                <a:latin typeface="Malgun Gothic"/>
                <a:ea typeface="Malgun Gothic"/>
                <a:cs typeface="Malgun Gothic"/>
              </a:defRPr>
            </a:pPr>
            <a:r>
              <a:rPr sz="1350" b="1">
                <a:solidFill>
                  <a:srgbClr val="087F78"/>
                </a:solidFill>
                <a:latin typeface="Malgun Gothic"/>
                <a:ea typeface="Malgun Gothic"/>
                <a:cs typeface="Malgun Gothic"/>
              </a:rPr>
              <a:t>TEAM DEGRADOME</a:t>
            </a:r>
          </a:p>
        </p:txBody>
      </p:sp>
      <p:sp>
        <p:nvSpPr>
          <p:cNvPr id="3" name="">
            <a:extLst xmlns:a="http://schemas.openxmlformats.org/drawingml/2006/main">
              <a:ext uri="{FF2B5EF4-FFF2-40B4-BE49-F238E27FC236}">
                <a16:creationId xmlns:a16="http://schemas.microsoft.com/office/drawing/2014/main" id="{C7DA2435-ADB1-48EC-8511-E4C5E91B4BA3}"/>
              </a:ext>
            </a:extLst>
          </p:cNvPr>
          <p:cNvSpPr>
            <a:spLocks xmlns:a="http://schemas.openxmlformats.org/drawingml/2006/main" noGrp="1"/>
          </p:cNvSpPr>
          <p:nvPr/>
        </p:nvSpPr>
        <p:spPr>
          <a:xfrm xmlns:a="http://schemas.openxmlformats.org/drawingml/2006/main">
            <a:off x="647700" y="1352550"/>
            <a:ext cx="7429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5850" b="1">
                <a:solidFill>
                  <a:srgbClr val="12263A"/>
                </a:solidFill>
                <a:latin typeface="Malgun Gothic"/>
                <a:ea typeface="Malgun Gothic"/>
                <a:cs typeface="Malgun Gothic"/>
              </a:defRPr>
            </a:pPr>
            <a:r>
              <a:rPr sz="5850" b="1">
                <a:solidFill>
                  <a:srgbClr val="12263A"/>
                </a:solidFill>
                <a:latin typeface="Malgun Gothic"/>
                <a:ea typeface="Malgun Gothic"/>
                <a:cs typeface="Malgun Gothic"/>
              </a:rPr>
              <a:t>DEGRON</a:t>
            </a:r>
          </a:p>
        </p:txBody>
      </p:sp>
      <p:sp>
        <p:nvSpPr>
          <p:cNvPr id="4" name="">
            <a:extLst xmlns:a="http://schemas.openxmlformats.org/drawingml/2006/main">
              <a:ext uri="{FF2B5EF4-FFF2-40B4-BE49-F238E27FC236}">
                <a16:creationId xmlns:a16="http://schemas.microsoft.com/office/drawing/2014/main" id="{0ACB09B3-69CA-42F2-AC4E-781139882EAE}"/>
              </a:ext>
            </a:extLst>
          </p:cNvPr>
          <p:cNvSpPr>
            <a:spLocks xmlns:a="http://schemas.openxmlformats.org/drawingml/2006/main" noGrp="1"/>
          </p:cNvSpPr>
          <p:nvPr/>
        </p:nvSpPr>
        <p:spPr>
          <a:xfrm xmlns:a="http://schemas.openxmlformats.org/drawingml/2006/main">
            <a:off x="704850" y="2571750"/>
            <a:ext cx="8096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850" b="1">
                <a:solidFill>
                  <a:srgbClr val="233746"/>
                </a:solidFill>
                <a:latin typeface="Malgun Gothic"/>
                <a:ea typeface="Malgun Gothic"/>
                <a:cs typeface="Malgun Gothic"/>
              </a:defRPr>
            </a:pPr>
            <a:r>
              <a:rPr sz="2850" b="1">
                <a:solidFill>
                  <a:srgbClr val="233746"/>
                </a:solidFill>
                <a:latin typeface="Malgun Gothic"/>
                <a:ea typeface="Malgun Gothic"/>
                <a:cs typeface="Malgun Gothic"/>
              </a:rPr>
              <a:t>근거를 연결하고, 실패를 남기는</a:t>
            </a:r>
          </a:p>
          <a:p xmlns:a="http://schemas.openxmlformats.org/drawingml/2006/main">
            <a:pPr algn="l">
              <a:defRPr sz="2850" b="1">
                <a:solidFill>
                  <a:srgbClr val="233746"/>
                </a:solidFill>
                <a:latin typeface="Malgun Gothic"/>
                <a:ea typeface="Malgun Gothic"/>
                <a:cs typeface="Malgun Gothic"/>
              </a:defRPr>
            </a:pPr>
            <a:r>
              <a:rPr sz="2850" b="1">
                <a:solidFill>
                  <a:srgbClr val="233746"/>
                </a:solidFill>
                <a:latin typeface="Malgun Gothic"/>
                <a:ea typeface="Malgun Gothic"/>
                <a:cs typeface="Malgun Gothic"/>
              </a:rPr>
              <a:t>TPD 설계 에이전트</a:t>
            </a:r>
          </a:p>
        </p:txBody>
      </p:sp>
      <p:sp>
        <p:nvSpPr>
          <p:cNvPr id="5" name="">
            <a:extLst xmlns:a="http://schemas.openxmlformats.org/drawingml/2006/main">
              <a:ext uri="{FF2B5EF4-FFF2-40B4-BE49-F238E27FC236}">
                <a16:creationId xmlns:a16="http://schemas.microsoft.com/office/drawing/2014/main" id="{8EF11BDB-9300-46D3-A1EC-F3042200093C}"/>
              </a:ext>
            </a:extLst>
          </p:cNvPr>
          <p:cNvSpPr>
            <a:spLocks xmlns:a="http://schemas.openxmlformats.org/drawingml/2006/main" noGrp="1"/>
          </p:cNvSpPr>
          <p:nvPr/>
        </p:nvSpPr>
        <p:spPr>
          <a:xfrm xmlns:a="http://schemas.openxmlformats.org/drawingml/2006/main">
            <a:off x="704850" y="4114800"/>
            <a:ext cx="876300" cy="47625"/>
          </a:xfrm>
          <a:prstGeom xmlns:a="http://schemas.openxmlformats.org/drawingml/2006/main" prst="rect">
            <a:avLst/>
          </a:prstGeom>
          <a:solidFill xmlns:a="http://schemas.openxmlformats.org/drawingml/2006/main">
            <a:srgbClr val="C9872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C2E410E-936D-48A4-A83D-2F7193845006}"/>
              </a:ext>
            </a:extLst>
          </p:cNvPr>
          <p:cNvSpPr>
            <a:spLocks xmlns:a="http://schemas.openxmlformats.org/drawingml/2006/main" noGrp="1"/>
          </p:cNvSpPr>
          <p:nvPr/>
        </p:nvSpPr>
        <p:spPr>
          <a:xfrm xmlns:a="http://schemas.openxmlformats.org/drawingml/2006/main">
            <a:off x="704850" y="4400550"/>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087F78"/>
                </a:solidFill>
                <a:latin typeface="Malgun Gothic"/>
                <a:ea typeface="Malgun Gothic"/>
                <a:cs typeface="Malgun Gothic"/>
              </a:defRPr>
            </a:pPr>
            <a:r>
              <a:rPr sz="1800" b="1">
                <a:solidFill>
                  <a:srgbClr val="087F78"/>
                </a:solidFill>
                <a:latin typeface="Malgun Gothic"/>
                <a:ea typeface="Malgun Gothic"/>
                <a:cs typeface="Malgun Gothic"/>
              </a:rPr>
              <a:t>TPD Navigator · 첫 사례 SMARCA2</a:t>
            </a:r>
          </a:p>
        </p:txBody>
      </p:sp>
      <p:sp>
        <p:nvSpPr>
          <p:cNvPr id="7" name="">
            <a:extLst xmlns:a="http://schemas.openxmlformats.org/drawingml/2006/main">
              <a:ext uri="{FF2B5EF4-FFF2-40B4-BE49-F238E27FC236}">
                <a16:creationId xmlns:a16="http://schemas.microsoft.com/office/drawing/2014/main" id="{AB47FDF9-6DD8-48B6-9D35-24C4336981D8}"/>
              </a:ext>
            </a:extLst>
          </p:cNvPr>
          <p:cNvSpPr>
            <a:spLocks xmlns:a="http://schemas.openxmlformats.org/drawingml/2006/main" noGrp="1"/>
          </p:cNvSpPr>
          <p:nvPr/>
        </p:nvSpPr>
        <p:spPr>
          <a:xfrm xmlns:a="http://schemas.openxmlformats.org/drawingml/2006/main">
            <a:off x="704850" y="4857750"/>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667782"/>
                </a:solidFill>
                <a:latin typeface="Malgun Gothic"/>
                <a:ea typeface="Malgun Gothic"/>
                <a:cs typeface="Malgun Gothic"/>
              </a:defRPr>
            </a:pPr>
            <a:r>
              <a:rPr sz="1500" b="0">
                <a:solidFill>
                  <a:srgbClr val="667782"/>
                </a:solidFill>
                <a:latin typeface="Malgun Gothic"/>
                <a:ea typeface="Malgun Gothic"/>
                <a:cs typeface="Malgun Gothic"/>
              </a:rPr>
              <a:t>효능 입증이 아니라 후보 생성, 비교, 검토의 재현 가능한 경로</a:t>
            </a:r>
          </a:p>
        </p:txBody>
      </p:sp>
      <p:sp>
        <p:nvSpPr>
          <p:cNvPr id="8" name="">
            <a:extLst xmlns:a="http://schemas.openxmlformats.org/drawingml/2006/main">
              <a:ext uri="{FF2B5EF4-FFF2-40B4-BE49-F238E27FC236}">
                <a16:creationId xmlns:a16="http://schemas.microsoft.com/office/drawing/2014/main" id="{4D04E3C8-4B7D-44F8-AA37-E1B685F91270}"/>
              </a:ext>
            </a:extLst>
          </p:cNvPr>
          <p:cNvSpPr>
            <a:spLocks xmlns:a="http://schemas.openxmlformats.org/drawingml/2006/main" noGrp="1"/>
          </p:cNvSpPr>
          <p:nvPr/>
        </p:nvSpPr>
        <p:spPr>
          <a:xfrm xmlns:a="http://schemas.openxmlformats.org/drawingml/2006/main">
            <a:off x="11049000" y="638175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1">
                <a:solidFill>
                  <a:srgbClr val="667782"/>
                </a:solidFill>
                <a:latin typeface="Malgun Gothic"/>
                <a:ea typeface="Malgun Gothic"/>
                <a:cs typeface="Malgun Gothic"/>
              </a:defRPr>
            </a:pPr>
            <a:r>
              <a:rPr sz="1050" b="1">
                <a:solidFill>
                  <a:srgbClr val="667782"/>
                </a:solidFill>
                <a:latin typeface="Malgun Gothic"/>
                <a:ea typeface="Malgun Gothic"/>
                <a:cs typeface="Malgun Gothic"/>
              </a:rPr>
              <a:t>01</a:t>
            </a:r>
          </a:p>
        </p:txBody>
      </p:sp>
    </p:spTree>
    <p:extLst>
      <p:ext uri="{BB962C8B-B14F-4D97-AF65-F5344CB8AC3E}">
        <p14:creationId xmlns:p14="http://schemas.microsoft.com/office/powerpoint/2010/main" val="595824448"/>
      </p:ext>
    </p:extLst>
  </p:cSld>
</p:sld>
</file>

<file path=ppt/slides/slide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1BAEC9F-C6E1-4646-8C61-3656A1D88A0C}"/>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F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4D29EFA-00CC-4CFD-9D6B-483BECEDA0E9}"/>
              </a:ext>
            </a:extLst>
          </p:cNvPr>
          <p:cNvSpPr>
            <a:spLocks xmlns:a="http://schemas.openxmlformats.org/drawingml/2006/main" noGrp="1"/>
          </p:cNvSpPr>
          <p:nvPr/>
        </p:nvSpPr>
        <p:spPr>
          <a:xfrm xmlns:a="http://schemas.openxmlformats.org/drawingml/2006/main">
            <a:off x="609600" y="2857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087F78"/>
                </a:solidFill>
                <a:latin typeface="Malgun Gothic"/>
                <a:ea typeface="Malgun Gothic"/>
                <a:cs typeface="Malgun Gothic"/>
              </a:defRPr>
            </a:pPr>
            <a:r>
              <a:rPr sz="1200" b="1">
                <a:solidFill>
                  <a:srgbClr val="087F78"/>
                </a:solidFill>
                <a:latin typeface="Malgun Gothic"/>
                <a:ea typeface="Malgun Gothic"/>
                <a:cs typeface="Malgun Gothic"/>
              </a:rPr>
              <a:t>01 · SCOPE</a:t>
            </a:r>
          </a:p>
        </p:txBody>
      </p:sp>
      <p:sp>
        <p:nvSpPr>
          <p:cNvPr id="3" name="">
            <a:extLst xmlns:a="http://schemas.openxmlformats.org/drawingml/2006/main">
              <a:ext uri="{FF2B5EF4-FFF2-40B4-BE49-F238E27FC236}">
                <a16:creationId xmlns:a16="http://schemas.microsoft.com/office/drawing/2014/main" id="{C9A8FE63-B899-49F3-A66C-78BB60542758}"/>
              </a:ext>
            </a:extLst>
          </p:cNvPr>
          <p:cNvSpPr>
            <a:spLocks xmlns:a="http://schemas.openxmlformats.org/drawingml/2006/main" noGrp="1"/>
          </p:cNvSpPr>
          <p:nvPr/>
        </p:nvSpPr>
        <p:spPr>
          <a:xfrm xmlns:a="http://schemas.openxmlformats.org/drawingml/2006/main">
            <a:off x="609600" y="5905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12263A"/>
                </a:solidFill>
                <a:latin typeface="Malgun Gothic"/>
                <a:ea typeface="Malgun Gothic"/>
                <a:cs typeface="Malgun Gothic"/>
              </a:defRPr>
            </a:pPr>
            <a:r>
              <a:rPr sz="2700" b="1">
                <a:solidFill>
                  <a:srgbClr val="12263A"/>
                </a:solidFill>
                <a:latin typeface="Malgun Gothic"/>
                <a:ea typeface="Malgun Gothic"/>
                <a:cs typeface="Malgun Gothic"/>
              </a:rPr>
              <a:t>문헌부터 양 E3 후보 비교까지 연결했습니다</a:t>
            </a:r>
          </a:p>
        </p:txBody>
      </p:sp>
      <p:sp>
        <p:nvSpPr>
          <p:cNvPr id="4" name="">
            <a:extLst xmlns:a="http://schemas.openxmlformats.org/drawingml/2006/main">
              <a:ext uri="{FF2B5EF4-FFF2-40B4-BE49-F238E27FC236}">
                <a16:creationId xmlns:a16="http://schemas.microsoft.com/office/drawing/2014/main" id="{6ED7DDA6-E79E-4AD2-9E03-9BF9B37E2B3A}"/>
              </a:ext>
            </a:extLst>
          </p:cNvPr>
          <p:cNvSpPr>
            <a:spLocks xmlns:a="http://schemas.openxmlformats.org/drawingml/2006/main" noGrp="1"/>
          </p:cNvSpPr>
          <p:nvPr/>
        </p:nvSpPr>
        <p:spPr>
          <a:xfrm xmlns:a="http://schemas.openxmlformats.org/drawingml/2006/main">
            <a:off x="628650" y="113347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667782"/>
                </a:solidFill>
                <a:latin typeface="Malgun Gothic"/>
                <a:ea typeface="Malgun Gothic"/>
                <a:cs typeface="Malgun Gothic"/>
              </a:defRPr>
            </a:pPr>
            <a:r>
              <a:rPr sz="1500" b="0">
                <a:solidFill>
                  <a:srgbClr val="667782"/>
                </a:solidFill>
                <a:latin typeface="Malgun Gothic"/>
                <a:ea typeface="Malgun Gothic"/>
                <a:cs typeface="Malgun Gothic"/>
              </a:rPr>
              <a:t>임의 표적 플랫폼의 방향성과 SMARCA2 첫 구현을 분리합니다.</a:t>
            </a:r>
          </a:p>
        </p:txBody>
      </p:sp>
      <p:sp>
        <p:nvSpPr>
          <p:cNvPr id="5" name="">
            <a:extLst xmlns:a="http://schemas.openxmlformats.org/drawingml/2006/main">
              <a:ext uri="{FF2B5EF4-FFF2-40B4-BE49-F238E27FC236}">
                <a16:creationId xmlns:a16="http://schemas.microsoft.com/office/drawing/2014/main" id="{F163F02E-BC57-44DA-9ABD-344F2905BEFD}"/>
              </a:ext>
            </a:extLst>
          </p:cNvPr>
          <p:cNvSpPr>
            <a:spLocks xmlns:a="http://schemas.openxmlformats.org/drawingml/2006/main" noGrp="1"/>
          </p:cNvSpPr>
          <p:nvPr/>
        </p:nvSpPr>
        <p:spPr>
          <a:xfrm xmlns:a="http://schemas.openxmlformats.org/drawingml/2006/main">
            <a:off x="11049000" y="638175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1">
                <a:solidFill>
                  <a:srgbClr val="667782"/>
                </a:solidFill>
                <a:latin typeface="Malgun Gothic"/>
                <a:ea typeface="Malgun Gothic"/>
                <a:cs typeface="Malgun Gothic"/>
              </a:defRPr>
            </a:pPr>
            <a:r>
              <a:rPr sz="1050" b="1">
                <a:solidFill>
                  <a:srgbClr val="667782"/>
                </a:solidFill>
                <a:latin typeface="Malgun Gothic"/>
                <a:ea typeface="Malgun Gothic"/>
                <a:cs typeface="Malgun Gothic"/>
              </a:rPr>
              <a:t>02</a:t>
            </a:r>
          </a:p>
        </p:txBody>
      </p:sp>
      <p:sp>
        <p:nvSpPr>
          <p:cNvPr id="6" name="">
            <a:extLst xmlns:a="http://schemas.openxmlformats.org/drawingml/2006/main">
              <a:ext uri="{FF2B5EF4-FFF2-40B4-BE49-F238E27FC236}">
                <a16:creationId xmlns:a16="http://schemas.microsoft.com/office/drawing/2014/main" id="{6CC076FB-DA71-4986-B9D4-935682321187}"/>
              </a:ext>
            </a:extLst>
          </p:cNvPr>
          <p:cNvSpPr>
            <a:spLocks xmlns:a="http://schemas.openxmlformats.org/drawingml/2006/main" noGrp="1"/>
          </p:cNvSpPr>
          <p:nvPr/>
        </p:nvSpPr>
        <p:spPr>
          <a:xfrm xmlns:a="http://schemas.openxmlformats.org/drawingml/2006/main">
            <a:off x="723900" y="175260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667782"/>
                </a:solidFill>
                <a:latin typeface="Malgun Gothic"/>
                <a:ea typeface="Malgun Gothic"/>
                <a:cs typeface="Malgun Gothic"/>
              </a:defRPr>
            </a:pPr>
            <a:r>
              <a:rPr sz="1650" b="1">
                <a:solidFill>
                  <a:srgbClr val="667782"/>
                </a:solidFill>
                <a:latin typeface="Malgun Gothic"/>
                <a:ea typeface="Malgun Gothic"/>
                <a:cs typeface="Malgun Gothic"/>
              </a:rPr>
              <a:t>계획</a:t>
            </a:r>
          </a:p>
        </p:txBody>
      </p:sp>
      <p:sp>
        <p:nvSpPr>
          <p:cNvPr id="7" name="">
            <a:extLst xmlns:a="http://schemas.openxmlformats.org/drawingml/2006/main">
              <a:ext uri="{FF2B5EF4-FFF2-40B4-BE49-F238E27FC236}">
                <a16:creationId xmlns:a16="http://schemas.microsoft.com/office/drawing/2014/main" id="{4C1C1ADF-A016-4824-AA30-8972BA88D8C1}"/>
              </a:ext>
            </a:extLst>
          </p:cNvPr>
          <p:cNvSpPr>
            <a:spLocks xmlns:a="http://schemas.openxmlformats.org/drawingml/2006/main" noGrp="1"/>
          </p:cNvSpPr>
          <p:nvPr/>
        </p:nvSpPr>
        <p:spPr>
          <a:xfrm xmlns:a="http://schemas.openxmlformats.org/drawingml/2006/main">
            <a:off x="723900" y="2162175"/>
            <a:ext cx="4572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12263A"/>
                </a:solidFill>
                <a:latin typeface="Malgun Gothic"/>
                <a:ea typeface="Malgun Gothic"/>
                <a:cs typeface="Malgun Gothic"/>
              </a:defRPr>
            </a:pPr>
            <a:r>
              <a:rPr sz="2250" b="1">
                <a:solidFill>
                  <a:srgbClr val="12263A"/>
                </a:solidFill>
                <a:latin typeface="Malgun Gothic"/>
                <a:ea typeface="Malgun Gothic"/>
                <a:cs typeface="Malgun Gothic"/>
              </a:rPr>
              <a:t>임의 표적을 탐색하는</a:t>
            </a:r>
          </a:p>
          <a:p xmlns:a="http://schemas.openxmlformats.org/drawingml/2006/main">
            <a:pPr algn="l">
              <a:defRPr sz="2250" b="1">
                <a:solidFill>
                  <a:srgbClr val="12263A"/>
                </a:solidFill>
                <a:latin typeface="Malgun Gothic"/>
                <a:ea typeface="Malgun Gothic"/>
                <a:cs typeface="Malgun Gothic"/>
              </a:defRPr>
            </a:pPr>
            <a:r>
              <a:rPr sz="2250" b="1">
                <a:solidFill>
                  <a:srgbClr val="12263A"/>
                </a:solidFill>
                <a:latin typeface="Malgun Gothic"/>
                <a:ea typeface="Malgun Gothic"/>
                <a:cs typeface="Malgun Gothic"/>
              </a:rPr>
              <a:t>TPD 설계 에이전트</a:t>
            </a:r>
          </a:p>
        </p:txBody>
      </p:sp>
      <p:sp>
        <p:nvSpPr>
          <p:cNvPr id="8" name="">
            <a:extLst xmlns:a="http://schemas.openxmlformats.org/drawingml/2006/main">
              <a:ext uri="{FF2B5EF4-FFF2-40B4-BE49-F238E27FC236}">
                <a16:creationId xmlns:a16="http://schemas.microsoft.com/office/drawing/2014/main" id="{B24C34B2-3C7F-4736-8731-F5914B15358C}"/>
              </a:ext>
            </a:extLst>
          </p:cNvPr>
          <p:cNvSpPr>
            <a:spLocks xmlns:a="http://schemas.openxmlformats.org/drawingml/2006/main" noGrp="1"/>
          </p:cNvSpPr>
          <p:nvPr/>
        </p:nvSpPr>
        <p:spPr>
          <a:xfrm xmlns:a="http://schemas.openxmlformats.org/drawingml/2006/main">
            <a:off x="6438900" y="175260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087F78"/>
                </a:solidFill>
                <a:latin typeface="Malgun Gothic"/>
                <a:ea typeface="Malgun Gothic"/>
                <a:cs typeface="Malgun Gothic"/>
              </a:defRPr>
            </a:pPr>
            <a:r>
              <a:rPr sz="1650" b="1">
                <a:solidFill>
                  <a:srgbClr val="087F78"/>
                </a:solidFill>
                <a:latin typeface="Malgun Gothic"/>
                <a:ea typeface="Malgun Gothic"/>
                <a:cs typeface="Malgun Gothic"/>
              </a:rPr>
              <a:t>현재 구현</a:t>
            </a:r>
          </a:p>
        </p:txBody>
      </p:sp>
      <p:sp>
        <p:nvSpPr>
          <p:cNvPr id="9" name="">
            <a:extLst xmlns:a="http://schemas.openxmlformats.org/drawingml/2006/main">
              <a:ext uri="{FF2B5EF4-FFF2-40B4-BE49-F238E27FC236}">
                <a16:creationId xmlns:a16="http://schemas.microsoft.com/office/drawing/2014/main" id="{4D27BF63-936A-47EE-BDA2-C3D4BB43E20E}"/>
              </a:ext>
            </a:extLst>
          </p:cNvPr>
          <p:cNvSpPr>
            <a:spLocks xmlns:a="http://schemas.openxmlformats.org/drawingml/2006/main" noGrp="1"/>
          </p:cNvSpPr>
          <p:nvPr/>
        </p:nvSpPr>
        <p:spPr>
          <a:xfrm xmlns:a="http://schemas.openxmlformats.org/drawingml/2006/main">
            <a:off x="6438900" y="2162175"/>
            <a:ext cx="476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12263A"/>
                </a:solidFill>
                <a:latin typeface="Malgun Gothic"/>
                <a:ea typeface="Malgun Gothic"/>
                <a:cs typeface="Malgun Gothic"/>
              </a:defRPr>
            </a:pPr>
            <a:r>
              <a:rPr sz="2250" b="1">
                <a:solidFill>
                  <a:srgbClr val="12263A"/>
                </a:solidFill>
                <a:latin typeface="Malgun Gothic"/>
                <a:ea typeface="Malgun Gothic"/>
                <a:cs typeface="Malgun Gothic"/>
              </a:rPr>
              <a:t>SMARCA2 후보 생성과</a:t>
            </a:r>
          </a:p>
          <a:p xmlns:a="http://schemas.openxmlformats.org/drawingml/2006/main">
            <a:pPr algn="l">
              <a:defRPr sz="2250" b="1">
                <a:solidFill>
                  <a:srgbClr val="12263A"/>
                </a:solidFill>
                <a:latin typeface="Malgun Gothic"/>
                <a:ea typeface="Malgun Gothic"/>
                <a:cs typeface="Malgun Gothic"/>
              </a:defRPr>
            </a:pPr>
            <a:r>
              <a:rPr sz="2250" b="1">
                <a:solidFill>
                  <a:srgbClr val="12263A"/>
                </a:solidFill>
                <a:latin typeface="Malgun Gothic"/>
                <a:ea typeface="Malgun Gothic"/>
                <a:cs typeface="Malgun Gothic"/>
              </a:rPr>
              <a:t>양 E3 비교·실패 추적</a:t>
            </a:r>
          </a:p>
        </p:txBody>
      </p:sp>
      <p:sp>
        <p:nvSpPr>
          <p:cNvPr id="10" name="">
            <a:extLst xmlns:a="http://schemas.openxmlformats.org/drawingml/2006/main">
              <a:ext uri="{FF2B5EF4-FFF2-40B4-BE49-F238E27FC236}">
                <a16:creationId xmlns:a16="http://schemas.microsoft.com/office/drawing/2014/main" id="{F7372350-B7E9-439F-BE76-12D3870523D7}"/>
              </a:ext>
            </a:extLst>
          </p:cNvPr>
          <p:cNvSpPr>
            <a:spLocks xmlns:a="http://schemas.openxmlformats.org/drawingml/2006/main" noGrp="1"/>
          </p:cNvSpPr>
          <p:nvPr/>
        </p:nvSpPr>
        <p:spPr>
          <a:xfrm xmlns:a="http://schemas.openxmlformats.org/drawingml/2006/main">
            <a:off x="5715000" y="1752600"/>
            <a:ext cx="19050" cy="3429000"/>
          </a:xfrm>
          <a:prstGeom xmlns:a="http://schemas.openxmlformats.org/drawingml/2006/main" prst="rect">
            <a:avLst/>
          </a:prstGeom>
          <a:solidFill xmlns:a="http://schemas.openxmlformats.org/drawingml/2006/main">
            <a:srgbClr val="CAD5D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6F6AB74-4E43-4257-B9DE-55EC021BC653}"/>
              </a:ext>
            </a:extLst>
          </p:cNvPr>
          <p:cNvSpPr>
            <a:spLocks xmlns:a="http://schemas.openxmlformats.org/drawingml/2006/main" noGrp="1"/>
          </p:cNvSpPr>
          <p:nvPr/>
        </p:nvSpPr>
        <p:spPr>
          <a:xfrm xmlns:a="http://schemas.openxmlformats.org/drawingml/2006/main">
            <a:off x="6438900" y="3619500"/>
            <a:ext cx="4762500" cy="1104900"/>
          </a:xfrm>
          <a:prstGeom xmlns:a="http://schemas.openxmlformats.org/drawingml/2006/main" prst="roundRect">
            <a:avLst>
              <a:gd name="adj" fmla="val 6897"/>
            </a:avLst>
          </a:prstGeom>
          <a:solidFill xmlns:a="http://schemas.openxmlformats.org/drawingml/2006/main">
            <a:srgbClr val="EFE9DC"/>
          </a:solidFill>
          <a:ln xmlns:a="http://schemas.openxmlformats.org/drawingml/2006/main" w="9525">
            <a:solidFill>
              <a:srgbClr val="CAD5D1"/>
            </a:solidFill>
          </a:ln>
        </p:spPr>
      </p:sp>
      <p:sp>
        <p:nvSpPr>
          <p:cNvPr id="12" name="">
            <a:extLst xmlns:a="http://schemas.openxmlformats.org/drawingml/2006/main">
              <a:ext uri="{FF2B5EF4-FFF2-40B4-BE49-F238E27FC236}">
                <a16:creationId xmlns:a16="http://schemas.microsoft.com/office/drawing/2014/main" id="{D3E38299-73ED-451B-B63C-9117616BC856}"/>
              </a:ext>
            </a:extLst>
          </p:cNvPr>
          <p:cNvSpPr>
            <a:spLocks xmlns:a="http://schemas.openxmlformats.org/drawingml/2006/main" noGrp="1"/>
          </p:cNvSpPr>
          <p:nvPr/>
        </p:nvSpPr>
        <p:spPr>
          <a:xfrm xmlns:a="http://schemas.openxmlformats.org/drawingml/2006/main">
            <a:off x="6572250" y="3724275"/>
            <a:ext cx="4495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650" b="1">
                <a:solidFill>
                  <a:srgbClr val="A94442"/>
                </a:solidFill>
                <a:latin typeface="Malgun Gothic"/>
                <a:ea typeface="Malgun Gothic"/>
                <a:cs typeface="Malgun Gothic"/>
              </a:defRPr>
            </a:pPr>
            <a:r>
              <a:rPr sz="1650" b="1">
                <a:solidFill>
                  <a:srgbClr val="A94442"/>
                </a:solidFill>
                <a:latin typeface="Malgun Gothic"/>
                <a:ea typeface="Malgun Gothic"/>
                <a:cs typeface="Malgun Gothic"/>
              </a:rPr>
              <a:t>주장하지 않음</a:t>
            </a:r>
          </a:p>
          <a:p xmlns:a="http://schemas.openxmlformats.org/drawingml/2006/main">
            <a:pPr algn="ctr">
              <a:defRPr sz="1650" b="1">
                <a:solidFill>
                  <a:srgbClr val="A94442"/>
                </a:solidFill>
                <a:latin typeface="Malgun Gothic"/>
                <a:ea typeface="Malgun Gothic"/>
                <a:cs typeface="Malgun Gothic"/>
              </a:defRPr>
            </a:pPr>
            <a:r>
              <a:rPr sz="1650" b="1">
                <a:solidFill>
                  <a:srgbClr val="A94442"/>
                </a:solidFill>
                <a:latin typeface="Malgun Gothic"/>
                <a:ea typeface="Malgun Gothic"/>
                <a:cs typeface="Malgun Gothic"/>
              </a:rPr>
              <a:t>완전자율 신약개발 · 효능 입증 · 과학적 승인</a:t>
            </a:r>
          </a:p>
        </p:txBody>
      </p:sp>
      <p:sp>
        <p:nvSpPr>
          <p:cNvPr id="13" name="">
            <a:extLst xmlns:a="http://schemas.openxmlformats.org/drawingml/2006/main">
              <a:ext uri="{FF2B5EF4-FFF2-40B4-BE49-F238E27FC236}">
                <a16:creationId xmlns:a16="http://schemas.microsoft.com/office/drawing/2014/main" id="{F9BEC7E0-8FED-4D55-A3BA-8918F3498385}"/>
              </a:ext>
            </a:extLst>
          </p:cNvPr>
          <p:cNvSpPr>
            <a:spLocks xmlns:a="http://schemas.openxmlformats.org/drawingml/2006/main" noGrp="1"/>
          </p:cNvSpPr>
          <p:nvPr/>
        </p:nvSpPr>
        <p:spPr>
          <a:xfrm xmlns:a="http://schemas.openxmlformats.org/drawingml/2006/main">
            <a:off x="723900" y="541020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233746"/>
                </a:solidFill>
                <a:latin typeface="Malgun Gothic"/>
                <a:ea typeface="Malgun Gothic"/>
                <a:cs typeface="Malgun Gothic"/>
              </a:defRPr>
            </a:pPr>
            <a:r>
              <a:rPr sz="1800" b="1">
                <a:solidFill>
                  <a:srgbClr val="233746"/>
                </a:solidFill>
                <a:latin typeface="Malgun Gothic"/>
                <a:ea typeface="Malgun Gothic"/>
                <a:cs typeface="Malgun Gothic"/>
              </a:rPr>
              <a:t>일반화는 로드맵이며, 현재 증거는 SMARCA2와 저장된 실행 범위에 한정됩니다.</a:t>
            </a:r>
          </a:p>
        </p:txBody>
      </p:sp>
      <p:sp>
        <p:nvSpPr>
          <p:cNvPr id="14" name="">
            <a:extLst xmlns:a="http://schemas.openxmlformats.org/drawingml/2006/main">
              <a:ext uri="{FF2B5EF4-FFF2-40B4-BE49-F238E27FC236}">
                <a16:creationId xmlns:a16="http://schemas.microsoft.com/office/drawing/2014/main" id="{3B5D6921-6C5F-4C98-BE16-E0B9F2418E17}"/>
              </a:ext>
            </a:extLst>
          </p:cNvPr>
          <p:cNvSpPr>
            <a:spLocks xmlns:a="http://schemas.openxmlformats.org/drawingml/2006/main" noGrp="1"/>
          </p:cNvSpPr>
          <p:nvPr/>
        </p:nvSpPr>
        <p:spPr>
          <a:xfrm xmlns:a="http://schemas.openxmlformats.org/drawingml/2006/main">
            <a:off x="609600" y="63722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67782"/>
                </a:solidFill>
                <a:latin typeface="Malgun Gothic"/>
                <a:ea typeface="Malgun Gothic"/>
                <a:cs typeface="Malgun Gothic"/>
              </a:defRPr>
            </a:pPr>
            <a:r>
              <a:rPr sz="1200" b="0">
                <a:solidFill>
                  <a:srgbClr val="667782"/>
                </a:solidFill>
                <a:latin typeface="Malgun Gothic"/>
                <a:ea typeface="Malgun Gothic"/>
                <a:cs typeface="Malgun Gothic"/>
              </a:rPr>
              <a:t>출처: v7_final_report.md · v7_competition_mapping.md</a:t>
            </a:r>
          </a:p>
        </p:txBody>
      </p:sp>
    </p:spTree>
    <p:extLst>
      <p:ext uri="{BB962C8B-B14F-4D97-AF65-F5344CB8AC3E}">
        <p14:creationId xmlns:p14="http://schemas.microsoft.com/office/powerpoint/2010/main" val="1087008268"/>
      </p:ext>
    </p:extLst>
  </p:cSld>
</p:sld>
</file>

<file path=ppt/slides/slide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59D1E60F-9A1F-4DBC-B2C7-D02F78436CB5}"/>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F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2F22F6C-1482-4FFC-A28D-E99354632660}"/>
              </a:ext>
            </a:extLst>
          </p:cNvPr>
          <p:cNvSpPr>
            <a:spLocks xmlns:a="http://schemas.openxmlformats.org/drawingml/2006/main" noGrp="1"/>
          </p:cNvSpPr>
          <p:nvPr/>
        </p:nvSpPr>
        <p:spPr>
          <a:xfrm xmlns:a="http://schemas.openxmlformats.org/drawingml/2006/main">
            <a:off x="609600" y="2857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087F78"/>
                </a:solidFill>
                <a:latin typeface="Malgun Gothic"/>
                <a:ea typeface="Malgun Gothic"/>
                <a:cs typeface="Malgun Gothic"/>
              </a:defRPr>
            </a:pPr>
            <a:r>
              <a:rPr sz="1200" b="1">
                <a:solidFill>
                  <a:srgbClr val="087F78"/>
                </a:solidFill>
                <a:latin typeface="Malgun Gothic"/>
                <a:ea typeface="Malgun Gothic"/>
                <a:cs typeface="Malgun Gothic"/>
              </a:rPr>
              <a:t>02 · ARCHITECTURE</a:t>
            </a:r>
          </a:p>
        </p:txBody>
      </p:sp>
      <p:sp>
        <p:nvSpPr>
          <p:cNvPr id="3" name="">
            <a:extLst xmlns:a="http://schemas.openxmlformats.org/drawingml/2006/main">
              <a:ext uri="{FF2B5EF4-FFF2-40B4-BE49-F238E27FC236}">
                <a16:creationId xmlns:a16="http://schemas.microsoft.com/office/drawing/2014/main" id="{419242F3-4B00-418F-A2FA-420D76AC3F5D}"/>
              </a:ext>
            </a:extLst>
          </p:cNvPr>
          <p:cNvSpPr>
            <a:spLocks xmlns:a="http://schemas.openxmlformats.org/drawingml/2006/main" noGrp="1"/>
          </p:cNvSpPr>
          <p:nvPr/>
        </p:nvSpPr>
        <p:spPr>
          <a:xfrm xmlns:a="http://schemas.openxmlformats.org/drawingml/2006/main">
            <a:off x="609600" y="5905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12263A"/>
                </a:solidFill>
                <a:latin typeface="Malgun Gothic"/>
                <a:ea typeface="Malgun Gothic"/>
                <a:cs typeface="Malgun Gothic"/>
              </a:defRPr>
            </a:pPr>
            <a:r>
              <a:rPr sz="2700" b="1">
                <a:solidFill>
                  <a:srgbClr val="12263A"/>
                </a:solidFill>
                <a:latin typeface="Malgun Gothic"/>
                <a:ea typeface="Malgun Gothic"/>
                <a:cs typeface="Malgun Gothic"/>
              </a:rPr>
              <a:t>계산과 승인에 서로 다른 책임을 부여했습니다</a:t>
            </a:r>
          </a:p>
        </p:txBody>
      </p:sp>
      <p:sp>
        <p:nvSpPr>
          <p:cNvPr id="4" name="">
            <a:extLst xmlns:a="http://schemas.openxmlformats.org/drawingml/2006/main">
              <a:ext uri="{FF2B5EF4-FFF2-40B4-BE49-F238E27FC236}">
                <a16:creationId xmlns:a16="http://schemas.microsoft.com/office/drawing/2014/main" id="{0D2C0FDE-3634-4821-A9C7-492A3C5C041A}"/>
              </a:ext>
            </a:extLst>
          </p:cNvPr>
          <p:cNvSpPr>
            <a:spLocks xmlns:a="http://schemas.openxmlformats.org/drawingml/2006/main" noGrp="1"/>
          </p:cNvSpPr>
          <p:nvPr/>
        </p:nvSpPr>
        <p:spPr>
          <a:xfrm xmlns:a="http://schemas.openxmlformats.org/drawingml/2006/main">
            <a:off x="628650" y="113347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667782"/>
                </a:solidFill>
                <a:latin typeface="Malgun Gothic"/>
                <a:ea typeface="Malgun Gothic"/>
                <a:cs typeface="Malgun Gothic"/>
              </a:defRPr>
            </a:pPr>
            <a:r>
              <a:rPr sz="1500" b="0">
                <a:solidFill>
                  <a:srgbClr val="667782"/>
                </a:solidFill>
                <a:latin typeface="Malgun Gothic"/>
                <a:ea typeface="Malgun Gothic"/>
                <a:cs typeface="Malgun Gothic"/>
              </a:rPr>
              <a:t>각 단계의 책임과 증거를 분리한 실행 구조</a:t>
            </a:r>
          </a:p>
        </p:txBody>
      </p:sp>
      <p:sp>
        <p:nvSpPr>
          <p:cNvPr id="5" name="">
            <a:extLst xmlns:a="http://schemas.openxmlformats.org/drawingml/2006/main">
              <a:ext uri="{FF2B5EF4-FFF2-40B4-BE49-F238E27FC236}">
                <a16:creationId xmlns:a16="http://schemas.microsoft.com/office/drawing/2014/main" id="{56E7FAE1-C24B-4E1A-A1F1-FD4E400A65E6}"/>
              </a:ext>
            </a:extLst>
          </p:cNvPr>
          <p:cNvSpPr>
            <a:spLocks xmlns:a="http://schemas.openxmlformats.org/drawingml/2006/main" noGrp="1"/>
          </p:cNvSpPr>
          <p:nvPr/>
        </p:nvSpPr>
        <p:spPr>
          <a:xfrm xmlns:a="http://schemas.openxmlformats.org/drawingml/2006/main">
            <a:off x="11049000" y="638175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1">
                <a:solidFill>
                  <a:srgbClr val="667782"/>
                </a:solidFill>
                <a:latin typeface="Malgun Gothic"/>
                <a:ea typeface="Malgun Gothic"/>
                <a:cs typeface="Malgun Gothic"/>
              </a:defRPr>
            </a:pPr>
            <a:r>
              <a:rPr sz="1050" b="1">
                <a:solidFill>
                  <a:srgbClr val="667782"/>
                </a:solidFill>
                <a:latin typeface="Malgun Gothic"/>
                <a:ea typeface="Malgun Gothic"/>
                <a:cs typeface="Malgun Gothic"/>
              </a:rPr>
              <a:t>03</a:t>
            </a:r>
          </a:p>
        </p:txBody>
      </p:sp>
      <p:sp>
        <p:nvSpPr>
          <p:cNvPr id="6" name="">
            <a:extLst xmlns:a="http://schemas.openxmlformats.org/drawingml/2006/main">
              <a:ext uri="{FF2B5EF4-FFF2-40B4-BE49-F238E27FC236}">
                <a16:creationId xmlns:a16="http://schemas.microsoft.com/office/drawing/2014/main" id="{C922E2F0-B37F-436B-8D97-5B03B736D58C}"/>
              </a:ext>
            </a:extLst>
          </p:cNvPr>
          <p:cNvSpPr>
            <a:spLocks xmlns:a="http://schemas.openxmlformats.org/drawingml/2006/main" noGrp="1"/>
          </p:cNvSpPr>
          <p:nvPr/>
        </p:nvSpPr>
        <p:spPr>
          <a:xfrm xmlns:a="http://schemas.openxmlformats.org/drawingml/2006/main">
            <a:off x="619125" y="1952625"/>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087F78"/>
                </a:solidFill>
                <a:latin typeface="Malgun Gothic"/>
                <a:ea typeface="Malgun Gothic"/>
                <a:cs typeface="Malgun Gothic"/>
              </a:defRPr>
            </a:pPr>
            <a:r>
              <a:rPr sz="1500" b="1">
                <a:solidFill>
                  <a:srgbClr val="087F78"/>
                </a:solidFill>
                <a:latin typeface="Malgun Gothic"/>
                <a:ea typeface="Malgun Gothic"/>
                <a:cs typeface="Malgun Gothic"/>
              </a:rPr>
              <a:t>기계</a:t>
            </a:r>
          </a:p>
        </p:txBody>
      </p:sp>
      <p:sp>
        <p:nvSpPr>
          <p:cNvPr id="7" name="">
            <a:extLst xmlns:a="http://schemas.openxmlformats.org/drawingml/2006/main">
              <a:ext uri="{FF2B5EF4-FFF2-40B4-BE49-F238E27FC236}">
                <a16:creationId xmlns:a16="http://schemas.microsoft.com/office/drawing/2014/main" id="{FA638A80-212F-4DB0-8CC9-37E2A78E263F}"/>
              </a:ext>
            </a:extLst>
          </p:cNvPr>
          <p:cNvSpPr>
            <a:spLocks xmlns:a="http://schemas.openxmlformats.org/drawingml/2006/main" noGrp="1"/>
          </p:cNvSpPr>
          <p:nvPr/>
        </p:nvSpPr>
        <p:spPr>
          <a:xfrm xmlns:a="http://schemas.openxmlformats.org/drawingml/2006/main">
            <a:off x="619125" y="3190875"/>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12263A"/>
                </a:solidFill>
                <a:latin typeface="Malgun Gothic"/>
                <a:ea typeface="Malgun Gothic"/>
                <a:cs typeface="Malgun Gothic"/>
              </a:defRPr>
            </a:pPr>
            <a:r>
              <a:rPr sz="1500" b="1">
                <a:solidFill>
                  <a:srgbClr val="12263A"/>
                </a:solidFill>
                <a:latin typeface="Malgun Gothic"/>
                <a:ea typeface="Malgun Gothic"/>
                <a:cs typeface="Malgun Gothic"/>
              </a:rPr>
              <a:t>도구</a:t>
            </a:r>
          </a:p>
        </p:txBody>
      </p:sp>
      <p:sp>
        <p:nvSpPr>
          <p:cNvPr id="8" name="">
            <a:extLst xmlns:a="http://schemas.openxmlformats.org/drawingml/2006/main">
              <a:ext uri="{FF2B5EF4-FFF2-40B4-BE49-F238E27FC236}">
                <a16:creationId xmlns:a16="http://schemas.microsoft.com/office/drawing/2014/main" id="{6AA3265C-B9BD-494C-AC59-DF672D0EC3F5}"/>
              </a:ext>
            </a:extLst>
          </p:cNvPr>
          <p:cNvSpPr>
            <a:spLocks xmlns:a="http://schemas.openxmlformats.org/drawingml/2006/main" noGrp="1"/>
          </p:cNvSpPr>
          <p:nvPr/>
        </p:nvSpPr>
        <p:spPr>
          <a:xfrm xmlns:a="http://schemas.openxmlformats.org/drawingml/2006/main">
            <a:off x="619125" y="4429125"/>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C98721"/>
                </a:solidFill>
                <a:latin typeface="Malgun Gothic"/>
                <a:ea typeface="Malgun Gothic"/>
                <a:cs typeface="Malgun Gothic"/>
              </a:defRPr>
            </a:pPr>
            <a:r>
              <a:rPr sz="1500" b="1">
                <a:solidFill>
                  <a:srgbClr val="C98721"/>
                </a:solidFill>
                <a:latin typeface="Malgun Gothic"/>
                <a:ea typeface="Malgun Gothic"/>
                <a:cs typeface="Malgun Gothic"/>
              </a:rPr>
              <a:t>사람</a:t>
            </a:r>
          </a:p>
        </p:txBody>
      </p:sp>
      <p:sp>
        <p:nvSpPr>
          <p:cNvPr id="9" name="">
            <a:extLst xmlns:a="http://schemas.openxmlformats.org/drawingml/2006/main">
              <a:ext uri="{FF2B5EF4-FFF2-40B4-BE49-F238E27FC236}">
                <a16:creationId xmlns:a16="http://schemas.microsoft.com/office/drawing/2014/main" id="{0E0BAB70-4A4D-41CC-BCFA-77209D422FDB}"/>
              </a:ext>
            </a:extLst>
          </p:cNvPr>
          <p:cNvSpPr>
            <a:spLocks xmlns:a="http://schemas.openxmlformats.org/drawingml/2006/main" noGrp="1"/>
          </p:cNvSpPr>
          <p:nvPr/>
        </p:nvSpPr>
        <p:spPr>
          <a:xfrm xmlns:a="http://schemas.openxmlformats.org/drawingml/2006/main">
            <a:off x="1666875" y="1752600"/>
            <a:ext cx="1381125" cy="762000"/>
          </a:xfrm>
          <a:prstGeom xmlns:a="http://schemas.openxmlformats.org/drawingml/2006/main" prst="roundRect">
            <a:avLst>
              <a:gd name="adj" fmla="val 10000"/>
            </a:avLst>
          </a:prstGeom>
          <a:solidFill xmlns:a="http://schemas.openxmlformats.org/drawingml/2006/main">
            <a:srgbClr val="E6EFEC"/>
          </a:solidFill>
          <a:ln xmlns:a="http://schemas.openxmlformats.org/drawingml/2006/main" w="9525">
            <a:solidFill>
              <a:srgbClr val="CAD5D1"/>
            </a:solidFill>
          </a:ln>
        </p:spPr>
      </p:sp>
      <p:sp>
        <p:nvSpPr>
          <p:cNvPr id="10" name="">
            <a:extLst xmlns:a="http://schemas.openxmlformats.org/drawingml/2006/main">
              <a:ext uri="{FF2B5EF4-FFF2-40B4-BE49-F238E27FC236}">
                <a16:creationId xmlns:a16="http://schemas.microsoft.com/office/drawing/2014/main" id="{6235BB0D-7BA5-4187-B1D6-79BE292DE806}"/>
              </a:ext>
            </a:extLst>
          </p:cNvPr>
          <p:cNvSpPr>
            <a:spLocks xmlns:a="http://schemas.openxmlformats.org/drawingml/2006/main" noGrp="1"/>
          </p:cNvSpPr>
          <p:nvPr/>
        </p:nvSpPr>
        <p:spPr>
          <a:xfrm xmlns:a="http://schemas.openxmlformats.org/drawingml/2006/main">
            <a:off x="1800225" y="1857375"/>
            <a:ext cx="11144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425" b="1">
                <a:solidFill>
                  <a:srgbClr val="12263A"/>
                </a:solidFill>
                <a:latin typeface="Malgun Gothic"/>
                <a:ea typeface="Malgun Gothic"/>
                <a:cs typeface="Malgun Gothic"/>
              </a:defRPr>
            </a:pPr>
            <a:r>
              <a:rPr sz="1425" b="1">
                <a:solidFill>
                  <a:srgbClr val="12263A"/>
                </a:solidFill>
                <a:latin typeface="Malgun Gothic"/>
                <a:ea typeface="Malgun Gothic"/>
                <a:cs typeface="Malgun Gothic"/>
              </a:rPr>
              <a:t>문헌 근거</a:t>
            </a:r>
          </a:p>
        </p:txBody>
      </p:sp>
      <p:sp>
        <p:nvSpPr>
          <p:cNvPr id="11" name="">
            <a:extLst xmlns:a="http://schemas.openxmlformats.org/drawingml/2006/main">
              <a:ext uri="{FF2B5EF4-FFF2-40B4-BE49-F238E27FC236}">
                <a16:creationId xmlns:a16="http://schemas.microsoft.com/office/drawing/2014/main" id="{4BBA3503-A067-446C-BAA8-F406F181856B}"/>
              </a:ext>
            </a:extLst>
          </p:cNvPr>
          <p:cNvSpPr>
            <a:spLocks xmlns:a="http://schemas.openxmlformats.org/drawingml/2006/main" noGrp="1"/>
          </p:cNvSpPr>
          <p:nvPr/>
        </p:nvSpPr>
        <p:spPr>
          <a:xfrm xmlns:a="http://schemas.openxmlformats.org/drawingml/2006/main">
            <a:off x="3048000" y="2114550"/>
            <a:ext cx="238125" cy="28575"/>
          </a:xfrm>
          <a:prstGeom xmlns:a="http://schemas.openxmlformats.org/drawingml/2006/main" prst="rect">
            <a:avLst/>
          </a:prstGeom>
          <a:solidFill xmlns:a="http://schemas.openxmlformats.org/drawingml/2006/main">
            <a:srgbClr val="CAD5D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923C61C-2D34-469B-8F92-AB454C4CC3E4}"/>
              </a:ext>
            </a:extLst>
          </p:cNvPr>
          <p:cNvSpPr>
            <a:spLocks xmlns:a="http://schemas.openxmlformats.org/drawingml/2006/main" noGrp="1"/>
          </p:cNvSpPr>
          <p:nvPr/>
        </p:nvSpPr>
        <p:spPr>
          <a:xfrm xmlns:a="http://schemas.openxmlformats.org/drawingml/2006/main">
            <a:off x="3286125" y="1752600"/>
            <a:ext cx="1381125" cy="762000"/>
          </a:xfrm>
          <a:prstGeom xmlns:a="http://schemas.openxmlformats.org/drawingml/2006/main" prst="roundRect">
            <a:avLst>
              <a:gd name="adj" fmla="val 10000"/>
            </a:avLst>
          </a:prstGeom>
          <a:solidFill xmlns:a="http://schemas.openxmlformats.org/drawingml/2006/main">
            <a:srgbClr val="E6EFEC"/>
          </a:solidFill>
          <a:ln xmlns:a="http://schemas.openxmlformats.org/drawingml/2006/main" w="9525">
            <a:solidFill>
              <a:srgbClr val="CAD5D1"/>
            </a:solidFill>
          </a:ln>
        </p:spPr>
      </p:sp>
      <p:sp>
        <p:nvSpPr>
          <p:cNvPr id="13" name="">
            <a:extLst xmlns:a="http://schemas.openxmlformats.org/drawingml/2006/main">
              <a:ext uri="{FF2B5EF4-FFF2-40B4-BE49-F238E27FC236}">
                <a16:creationId xmlns:a16="http://schemas.microsoft.com/office/drawing/2014/main" id="{5600E2A5-D645-40AE-BACC-ADA83A16A50D}"/>
              </a:ext>
            </a:extLst>
          </p:cNvPr>
          <p:cNvSpPr>
            <a:spLocks xmlns:a="http://schemas.openxmlformats.org/drawingml/2006/main" noGrp="1"/>
          </p:cNvSpPr>
          <p:nvPr/>
        </p:nvSpPr>
        <p:spPr>
          <a:xfrm xmlns:a="http://schemas.openxmlformats.org/drawingml/2006/main">
            <a:off x="3419475" y="1857375"/>
            <a:ext cx="11144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425" b="1">
                <a:solidFill>
                  <a:srgbClr val="12263A"/>
                </a:solidFill>
                <a:latin typeface="Malgun Gothic"/>
                <a:ea typeface="Malgun Gothic"/>
                <a:cs typeface="Malgun Gothic"/>
              </a:defRPr>
            </a:pPr>
            <a:r>
              <a:rPr sz="1425" b="1">
                <a:solidFill>
                  <a:srgbClr val="12263A"/>
                </a:solidFill>
                <a:latin typeface="Malgun Gothic"/>
                <a:ea typeface="Malgun Gothic"/>
                <a:cs typeface="Malgun Gothic"/>
              </a:rPr>
              <a:t>계획 · 버전</a:t>
            </a:r>
          </a:p>
        </p:txBody>
      </p:sp>
      <p:sp>
        <p:nvSpPr>
          <p:cNvPr id="14" name="">
            <a:extLst xmlns:a="http://schemas.openxmlformats.org/drawingml/2006/main">
              <a:ext uri="{FF2B5EF4-FFF2-40B4-BE49-F238E27FC236}">
                <a16:creationId xmlns:a16="http://schemas.microsoft.com/office/drawing/2014/main" id="{7458E8C6-F8A4-4467-A665-9806F67D77FE}"/>
              </a:ext>
            </a:extLst>
          </p:cNvPr>
          <p:cNvSpPr>
            <a:spLocks xmlns:a="http://schemas.openxmlformats.org/drawingml/2006/main" noGrp="1"/>
          </p:cNvSpPr>
          <p:nvPr/>
        </p:nvSpPr>
        <p:spPr>
          <a:xfrm xmlns:a="http://schemas.openxmlformats.org/drawingml/2006/main">
            <a:off x="4667250" y="2114550"/>
            <a:ext cx="238125" cy="28575"/>
          </a:xfrm>
          <a:prstGeom xmlns:a="http://schemas.openxmlformats.org/drawingml/2006/main" prst="rect">
            <a:avLst/>
          </a:prstGeom>
          <a:solidFill xmlns:a="http://schemas.openxmlformats.org/drawingml/2006/main">
            <a:srgbClr val="CAD5D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88A68D9-39D1-47DB-84F6-0CFACC416899}"/>
              </a:ext>
            </a:extLst>
          </p:cNvPr>
          <p:cNvSpPr>
            <a:spLocks xmlns:a="http://schemas.openxmlformats.org/drawingml/2006/main" noGrp="1"/>
          </p:cNvSpPr>
          <p:nvPr/>
        </p:nvSpPr>
        <p:spPr>
          <a:xfrm xmlns:a="http://schemas.openxmlformats.org/drawingml/2006/main">
            <a:off x="4905375" y="1752600"/>
            <a:ext cx="1381125" cy="762000"/>
          </a:xfrm>
          <a:prstGeom xmlns:a="http://schemas.openxmlformats.org/drawingml/2006/main" prst="roundRect">
            <a:avLst>
              <a:gd name="adj" fmla="val 10000"/>
            </a:avLst>
          </a:prstGeom>
          <a:solidFill xmlns:a="http://schemas.openxmlformats.org/drawingml/2006/main">
            <a:srgbClr val="E6EFEC"/>
          </a:solidFill>
          <a:ln xmlns:a="http://schemas.openxmlformats.org/drawingml/2006/main" w="9525">
            <a:solidFill>
              <a:srgbClr val="CAD5D1"/>
            </a:solidFill>
          </a:ln>
        </p:spPr>
      </p:sp>
      <p:sp>
        <p:nvSpPr>
          <p:cNvPr id="16" name="">
            <a:extLst xmlns:a="http://schemas.openxmlformats.org/drawingml/2006/main">
              <a:ext uri="{FF2B5EF4-FFF2-40B4-BE49-F238E27FC236}">
                <a16:creationId xmlns:a16="http://schemas.microsoft.com/office/drawing/2014/main" id="{D0A3B620-1B99-401C-82B7-26967F244A63}"/>
              </a:ext>
            </a:extLst>
          </p:cNvPr>
          <p:cNvSpPr>
            <a:spLocks xmlns:a="http://schemas.openxmlformats.org/drawingml/2006/main" noGrp="1"/>
          </p:cNvSpPr>
          <p:nvPr/>
        </p:nvSpPr>
        <p:spPr>
          <a:xfrm xmlns:a="http://schemas.openxmlformats.org/drawingml/2006/main">
            <a:off x="5038725" y="1857375"/>
            <a:ext cx="11144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425" b="1">
                <a:solidFill>
                  <a:srgbClr val="12263A"/>
                </a:solidFill>
                <a:latin typeface="Malgun Gothic"/>
                <a:ea typeface="Malgun Gothic"/>
                <a:cs typeface="Malgun Gothic"/>
              </a:defRPr>
            </a:pPr>
            <a:r>
              <a:rPr sz="1425" b="1">
                <a:solidFill>
                  <a:srgbClr val="12263A"/>
                </a:solidFill>
                <a:latin typeface="Malgun Gothic"/>
                <a:ea typeface="Malgun Gothic"/>
                <a:cs typeface="Malgun Gothic"/>
              </a:rPr>
              <a:t>warhead · linker</a:t>
            </a:r>
          </a:p>
        </p:txBody>
      </p:sp>
      <p:sp>
        <p:nvSpPr>
          <p:cNvPr id="17" name="">
            <a:extLst xmlns:a="http://schemas.openxmlformats.org/drawingml/2006/main">
              <a:ext uri="{FF2B5EF4-FFF2-40B4-BE49-F238E27FC236}">
                <a16:creationId xmlns:a16="http://schemas.microsoft.com/office/drawing/2014/main" id="{E9F8B4AA-8079-4352-BEF7-FF800726782A}"/>
              </a:ext>
            </a:extLst>
          </p:cNvPr>
          <p:cNvSpPr>
            <a:spLocks xmlns:a="http://schemas.openxmlformats.org/drawingml/2006/main" noGrp="1"/>
          </p:cNvSpPr>
          <p:nvPr/>
        </p:nvSpPr>
        <p:spPr>
          <a:xfrm xmlns:a="http://schemas.openxmlformats.org/drawingml/2006/main">
            <a:off x="6286500" y="2114550"/>
            <a:ext cx="238125" cy="28575"/>
          </a:xfrm>
          <a:prstGeom xmlns:a="http://schemas.openxmlformats.org/drawingml/2006/main" prst="rect">
            <a:avLst/>
          </a:prstGeom>
          <a:solidFill xmlns:a="http://schemas.openxmlformats.org/drawingml/2006/main">
            <a:srgbClr val="CAD5D1"/>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CB8C6CE-7B71-47F8-8B92-4B40020A5BC8}"/>
              </a:ext>
            </a:extLst>
          </p:cNvPr>
          <p:cNvSpPr>
            <a:spLocks xmlns:a="http://schemas.openxmlformats.org/drawingml/2006/main" noGrp="1"/>
          </p:cNvSpPr>
          <p:nvPr/>
        </p:nvSpPr>
        <p:spPr>
          <a:xfrm xmlns:a="http://schemas.openxmlformats.org/drawingml/2006/main">
            <a:off x="6524625" y="1752600"/>
            <a:ext cx="1381125" cy="7620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CAD5D1"/>
            </a:solidFill>
          </a:ln>
        </p:spPr>
      </p:sp>
      <p:sp>
        <p:nvSpPr>
          <p:cNvPr id="19" name="">
            <a:extLst xmlns:a="http://schemas.openxmlformats.org/drawingml/2006/main">
              <a:ext uri="{FF2B5EF4-FFF2-40B4-BE49-F238E27FC236}">
                <a16:creationId xmlns:a16="http://schemas.microsoft.com/office/drawing/2014/main" id="{5906EEAC-A7EB-4C2D-BDE7-DFD80A52FCB5}"/>
              </a:ext>
            </a:extLst>
          </p:cNvPr>
          <p:cNvSpPr>
            <a:spLocks xmlns:a="http://schemas.openxmlformats.org/drawingml/2006/main" noGrp="1"/>
          </p:cNvSpPr>
          <p:nvPr/>
        </p:nvSpPr>
        <p:spPr>
          <a:xfrm xmlns:a="http://schemas.openxmlformats.org/drawingml/2006/main">
            <a:off x="6657975" y="1857375"/>
            <a:ext cx="11144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425" b="1">
                <a:solidFill>
                  <a:srgbClr val="12263A"/>
                </a:solidFill>
                <a:latin typeface="Malgun Gothic"/>
                <a:ea typeface="Malgun Gothic"/>
                <a:cs typeface="Malgun Gothic"/>
              </a:defRPr>
            </a:pPr>
            <a:r>
              <a:rPr sz="1425" b="1">
                <a:solidFill>
                  <a:srgbClr val="12263A"/>
                </a:solidFill>
                <a:latin typeface="Malgun Gothic"/>
                <a:ea typeface="Malgun Gothic"/>
                <a:cs typeface="Malgun Gothic"/>
              </a:rPr>
              <a:t>CRBN·VHL</a:t>
            </a:r>
          </a:p>
          <a:p xmlns:a="http://schemas.openxmlformats.org/drawingml/2006/main">
            <a:pPr algn="ctr">
              <a:defRPr sz="1425" b="1">
                <a:solidFill>
                  <a:srgbClr val="12263A"/>
                </a:solidFill>
                <a:latin typeface="Malgun Gothic"/>
                <a:ea typeface="Malgun Gothic"/>
                <a:cs typeface="Malgun Gothic"/>
              </a:defRPr>
            </a:pPr>
            <a:r>
              <a:rPr sz="1425" b="1">
                <a:solidFill>
                  <a:srgbClr val="12263A"/>
                </a:solidFill>
                <a:latin typeface="Malgun Gothic"/>
                <a:ea typeface="Malgun Gothic"/>
                <a:cs typeface="Malgun Gothic"/>
              </a:rPr>
              <a:t>조립</a:t>
            </a:r>
          </a:p>
        </p:txBody>
      </p:sp>
      <p:sp>
        <p:nvSpPr>
          <p:cNvPr id="20" name="">
            <a:extLst xmlns:a="http://schemas.openxmlformats.org/drawingml/2006/main">
              <a:ext uri="{FF2B5EF4-FFF2-40B4-BE49-F238E27FC236}">
                <a16:creationId xmlns:a16="http://schemas.microsoft.com/office/drawing/2014/main" id="{13DC2D05-5798-4B08-BE5B-30AD7A3A04C0}"/>
              </a:ext>
            </a:extLst>
          </p:cNvPr>
          <p:cNvSpPr>
            <a:spLocks xmlns:a="http://schemas.openxmlformats.org/drawingml/2006/main" noGrp="1"/>
          </p:cNvSpPr>
          <p:nvPr/>
        </p:nvSpPr>
        <p:spPr>
          <a:xfrm xmlns:a="http://schemas.openxmlformats.org/drawingml/2006/main">
            <a:off x="7905750" y="2114550"/>
            <a:ext cx="238125" cy="28575"/>
          </a:xfrm>
          <a:prstGeom xmlns:a="http://schemas.openxmlformats.org/drawingml/2006/main" prst="rect">
            <a:avLst/>
          </a:prstGeom>
          <a:solidFill xmlns:a="http://schemas.openxmlformats.org/drawingml/2006/main">
            <a:srgbClr val="CAD5D1"/>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DE879B1-B4BA-4568-95C7-70B8DEF5F323}"/>
              </a:ext>
            </a:extLst>
          </p:cNvPr>
          <p:cNvSpPr>
            <a:spLocks xmlns:a="http://schemas.openxmlformats.org/drawingml/2006/main" noGrp="1"/>
          </p:cNvSpPr>
          <p:nvPr/>
        </p:nvSpPr>
        <p:spPr>
          <a:xfrm xmlns:a="http://schemas.openxmlformats.org/drawingml/2006/main">
            <a:off x="8143875" y="1752600"/>
            <a:ext cx="1381125" cy="7620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CAD5D1"/>
            </a:solidFill>
          </a:ln>
        </p:spPr>
      </p:sp>
      <p:sp>
        <p:nvSpPr>
          <p:cNvPr id="22" name="">
            <a:extLst xmlns:a="http://schemas.openxmlformats.org/drawingml/2006/main">
              <a:ext uri="{FF2B5EF4-FFF2-40B4-BE49-F238E27FC236}">
                <a16:creationId xmlns:a16="http://schemas.microsoft.com/office/drawing/2014/main" id="{DB9F1624-B972-4AA1-A091-A16EBEE4DB84}"/>
              </a:ext>
            </a:extLst>
          </p:cNvPr>
          <p:cNvSpPr>
            <a:spLocks xmlns:a="http://schemas.openxmlformats.org/drawingml/2006/main" noGrp="1"/>
          </p:cNvSpPr>
          <p:nvPr/>
        </p:nvSpPr>
        <p:spPr>
          <a:xfrm xmlns:a="http://schemas.openxmlformats.org/drawingml/2006/main">
            <a:off x="8277225" y="1857375"/>
            <a:ext cx="11144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425" b="1">
                <a:solidFill>
                  <a:srgbClr val="12263A"/>
                </a:solidFill>
                <a:latin typeface="Malgun Gothic"/>
                <a:ea typeface="Malgun Gothic"/>
                <a:cs typeface="Malgun Gothic"/>
              </a:defRPr>
            </a:pPr>
            <a:r>
              <a:rPr sz="1425" b="1">
                <a:solidFill>
                  <a:srgbClr val="12263A"/>
                </a:solidFill>
                <a:latin typeface="Malgun Gothic"/>
                <a:ea typeface="Malgun Gothic"/>
                <a:cs typeface="Malgun Gothic"/>
              </a:rPr>
              <a:t>계산 · 비교</a:t>
            </a:r>
          </a:p>
        </p:txBody>
      </p:sp>
      <p:sp>
        <p:nvSpPr>
          <p:cNvPr id="23" name="">
            <a:extLst xmlns:a="http://schemas.openxmlformats.org/drawingml/2006/main">
              <a:ext uri="{FF2B5EF4-FFF2-40B4-BE49-F238E27FC236}">
                <a16:creationId xmlns:a16="http://schemas.microsoft.com/office/drawing/2014/main" id="{EE903C2E-F709-44F8-AA9E-4CF3F263A496}"/>
              </a:ext>
            </a:extLst>
          </p:cNvPr>
          <p:cNvSpPr>
            <a:spLocks xmlns:a="http://schemas.openxmlformats.org/drawingml/2006/main" noGrp="1"/>
          </p:cNvSpPr>
          <p:nvPr/>
        </p:nvSpPr>
        <p:spPr>
          <a:xfrm xmlns:a="http://schemas.openxmlformats.org/drawingml/2006/main">
            <a:off x="9525000" y="2114550"/>
            <a:ext cx="238125" cy="28575"/>
          </a:xfrm>
          <a:prstGeom xmlns:a="http://schemas.openxmlformats.org/drawingml/2006/main" prst="rect">
            <a:avLst/>
          </a:prstGeom>
          <a:solidFill xmlns:a="http://schemas.openxmlformats.org/drawingml/2006/main">
            <a:srgbClr val="CAD5D1"/>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43F11D5-0128-4B8D-821E-40F267AFDB9C}"/>
              </a:ext>
            </a:extLst>
          </p:cNvPr>
          <p:cNvSpPr>
            <a:spLocks xmlns:a="http://schemas.openxmlformats.org/drawingml/2006/main" noGrp="1"/>
          </p:cNvSpPr>
          <p:nvPr/>
        </p:nvSpPr>
        <p:spPr>
          <a:xfrm xmlns:a="http://schemas.openxmlformats.org/drawingml/2006/main">
            <a:off x="9763125" y="1752600"/>
            <a:ext cx="1381125" cy="7620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CAD5D1"/>
            </a:solidFill>
          </a:ln>
        </p:spPr>
      </p:sp>
      <p:sp>
        <p:nvSpPr>
          <p:cNvPr id="25" name="">
            <a:extLst xmlns:a="http://schemas.openxmlformats.org/drawingml/2006/main">
              <a:ext uri="{FF2B5EF4-FFF2-40B4-BE49-F238E27FC236}">
                <a16:creationId xmlns:a16="http://schemas.microsoft.com/office/drawing/2014/main" id="{201C2CE2-C2D4-4883-886A-85C470D71E1A}"/>
              </a:ext>
            </a:extLst>
          </p:cNvPr>
          <p:cNvSpPr>
            <a:spLocks xmlns:a="http://schemas.openxmlformats.org/drawingml/2006/main" noGrp="1"/>
          </p:cNvSpPr>
          <p:nvPr/>
        </p:nvSpPr>
        <p:spPr>
          <a:xfrm xmlns:a="http://schemas.openxmlformats.org/drawingml/2006/main">
            <a:off x="9896475" y="1857375"/>
            <a:ext cx="11144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425" b="1">
                <a:solidFill>
                  <a:srgbClr val="12263A"/>
                </a:solidFill>
                <a:latin typeface="Malgun Gothic"/>
                <a:ea typeface="Malgun Gothic"/>
                <a:cs typeface="Malgun Gothic"/>
              </a:defRPr>
            </a:pPr>
            <a:r>
              <a:rPr sz="1425" b="1">
                <a:solidFill>
                  <a:srgbClr val="12263A"/>
                </a:solidFill>
                <a:latin typeface="Malgun Gothic"/>
                <a:ea typeface="Malgun Gothic"/>
                <a:cs typeface="Malgun Gothic"/>
              </a:rPr>
              <a:t>보고 · 검토</a:t>
            </a:r>
          </a:p>
        </p:txBody>
      </p:sp>
      <p:sp>
        <p:nvSpPr>
          <p:cNvPr id="26" name="">
            <a:extLst xmlns:a="http://schemas.openxmlformats.org/drawingml/2006/main">
              <a:ext uri="{FF2B5EF4-FFF2-40B4-BE49-F238E27FC236}">
                <a16:creationId xmlns:a16="http://schemas.microsoft.com/office/drawing/2014/main" id="{E1B7EA35-6BD7-4FDA-A1A4-EA3DB26FAD6E}"/>
              </a:ext>
            </a:extLst>
          </p:cNvPr>
          <p:cNvSpPr>
            <a:spLocks xmlns:a="http://schemas.openxmlformats.org/drawingml/2006/main" noGrp="1"/>
          </p:cNvSpPr>
          <p:nvPr/>
        </p:nvSpPr>
        <p:spPr>
          <a:xfrm xmlns:a="http://schemas.openxmlformats.org/drawingml/2006/main">
            <a:off x="1666875" y="2905125"/>
            <a:ext cx="9477375" cy="80010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CAD5D1"/>
            </a:solidFill>
          </a:ln>
        </p:spPr>
      </p:sp>
      <p:sp>
        <p:nvSpPr>
          <p:cNvPr id="27" name="">
            <a:extLst xmlns:a="http://schemas.openxmlformats.org/drawingml/2006/main">
              <a:ext uri="{FF2B5EF4-FFF2-40B4-BE49-F238E27FC236}">
                <a16:creationId xmlns:a16="http://schemas.microsoft.com/office/drawing/2014/main" id="{820AB92C-5159-43BA-893F-1BA09ACEBC01}"/>
              </a:ext>
            </a:extLst>
          </p:cNvPr>
          <p:cNvSpPr>
            <a:spLocks xmlns:a="http://schemas.openxmlformats.org/drawingml/2006/main" noGrp="1"/>
          </p:cNvSpPr>
          <p:nvPr/>
        </p:nvSpPr>
        <p:spPr>
          <a:xfrm xmlns:a="http://schemas.openxmlformats.org/drawingml/2006/main">
            <a:off x="1866900" y="3133725"/>
            <a:ext cx="904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725" b="1">
                <a:solidFill>
                  <a:srgbClr val="12263A"/>
                </a:solidFill>
                <a:latin typeface="Malgun Gothic"/>
                <a:ea typeface="Malgun Gothic"/>
                <a:cs typeface="Malgun Gothic"/>
              </a:defRPr>
            </a:pPr>
            <a:r>
              <a:rPr sz="1725" b="1">
                <a:solidFill>
                  <a:srgbClr val="12263A"/>
                </a:solidFill>
                <a:latin typeface="Malgun Gothic"/>
                <a:ea typeface="Malgun Gothic"/>
                <a:cs typeface="Malgun Gothic"/>
              </a:rPr>
              <a:t>RDKit 분자 그래프 · AutoDock Vina · Boltz · MolGpKa · 근거 저장</a:t>
            </a:r>
          </a:p>
        </p:txBody>
      </p:sp>
      <p:sp>
        <p:nvSpPr>
          <p:cNvPr id="28" name="">
            <a:extLst xmlns:a="http://schemas.openxmlformats.org/drawingml/2006/main">
              <a:ext uri="{FF2B5EF4-FFF2-40B4-BE49-F238E27FC236}">
                <a16:creationId xmlns:a16="http://schemas.microsoft.com/office/drawing/2014/main" id="{B292E5B2-CF00-42A8-B651-097B38A0989E}"/>
              </a:ext>
            </a:extLst>
          </p:cNvPr>
          <p:cNvSpPr>
            <a:spLocks xmlns:a="http://schemas.openxmlformats.org/drawingml/2006/main" noGrp="1"/>
          </p:cNvSpPr>
          <p:nvPr/>
        </p:nvSpPr>
        <p:spPr>
          <a:xfrm xmlns:a="http://schemas.openxmlformats.org/drawingml/2006/main">
            <a:off x="1666875" y="4143375"/>
            <a:ext cx="9477375" cy="800100"/>
          </a:xfrm>
          <a:prstGeom xmlns:a="http://schemas.openxmlformats.org/drawingml/2006/main" prst="roundRect">
            <a:avLst>
              <a:gd name="adj" fmla="val 9524"/>
            </a:avLst>
          </a:prstGeom>
          <a:solidFill xmlns:a="http://schemas.openxmlformats.org/drawingml/2006/main">
            <a:srgbClr val="EFE9DC"/>
          </a:solidFill>
          <a:ln xmlns:a="http://schemas.openxmlformats.org/drawingml/2006/main" w="9525">
            <a:solidFill>
              <a:srgbClr val="CAD5D1"/>
            </a:solidFill>
          </a:ln>
        </p:spPr>
      </p:sp>
      <p:sp>
        <p:nvSpPr>
          <p:cNvPr id="29" name="">
            <a:extLst xmlns:a="http://schemas.openxmlformats.org/drawingml/2006/main">
              <a:ext uri="{FF2B5EF4-FFF2-40B4-BE49-F238E27FC236}">
                <a16:creationId xmlns:a16="http://schemas.microsoft.com/office/drawing/2014/main" id="{0BE2D0E7-2BC1-4BEC-88BB-14D571F99EB6}"/>
              </a:ext>
            </a:extLst>
          </p:cNvPr>
          <p:cNvSpPr>
            <a:spLocks xmlns:a="http://schemas.openxmlformats.org/drawingml/2006/main" noGrp="1"/>
          </p:cNvSpPr>
          <p:nvPr/>
        </p:nvSpPr>
        <p:spPr>
          <a:xfrm xmlns:a="http://schemas.openxmlformats.org/drawingml/2006/main">
            <a:off x="1866900" y="4371975"/>
            <a:ext cx="904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725" b="1">
                <a:solidFill>
                  <a:srgbClr val="233746"/>
                </a:solidFill>
                <a:latin typeface="Malgun Gothic"/>
                <a:ea typeface="Malgun Gothic"/>
                <a:cs typeface="Malgun Gothic"/>
              </a:defRPr>
            </a:pPr>
            <a:r>
              <a:rPr sz="1725" b="1">
                <a:solidFill>
                  <a:srgbClr val="233746"/>
                </a:solidFill>
                <a:latin typeface="Malgun Gothic"/>
                <a:ea typeface="Malgun Gothic"/>
                <a:cs typeface="Malgun Gothic"/>
              </a:rPr>
              <a:t>부모 선택 · bound-state 판단 · geometry 승인 · 합성 실행 가능성 · 형식 결정</a:t>
            </a:r>
          </a:p>
        </p:txBody>
      </p:sp>
      <p:sp>
        <p:nvSpPr>
          <p:cNvPr id="30" name="">
            <a:extLst xmlns:a="http://schemas.openxmlformats.org/drawingml/2006/main">
              <a:ext uri="{FF2B5EF4-FFF2-40B4-BE49-F238E27FC236}">
                <a16:creationId xmlns:a16="http://schemas.microsoft.com/office/drawing/2014/main" id="{5752974B-A677-4C74-9D6B-6651783B6F55}"/>
              </a:ext>
            </a:extLst>
          </p:cNvPr>
          <p:cNvSpPr>
            <a:spLocks xmlns:a="http://schemas.openxmlformats.org/drawingml/2006/main" noGrp="1"/>
          </p:cNvSpPr>
          <p:nvPr/>
        </p:nvSpPr>
        <p:spPr>
          <a:xfrm xmlns:a="http://schemas.openxmlformats.org/drawingml/2006/main">
            <a:off x="1666875" y="5286375"/>
            <a:ext cx="947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A94442"/>
                </a:solidFill>
                <a:latin typeface="Malgun Gothic"/>
                <a:ea typeface="Malgun Gothic"/>
                <a:cs typeface="Malgun Gothic"/>
              </a:defRPr>
            </a:pPr>
            <a:r>
              <a:rPr sz="1800" b="1">
                <a:solidFill>
                  <a:srgbClr val="A94442"/>
                </a:solidFill>
                <a:latin typeface="Malgun Gothic"/>
                <a:ea typeface="Malgun Gothic"/>
                <a:cs typeface="Malgun Gothic"/>
              </a:rPr>
              <a:t>AI judge는 사람 전문가가 아니며 Human Gate를 대체하지 않습니다.</a:t>
            </a:r>
          </a:p>
        </p:txBody>
      </p:sp>
      <p:sp>
        <p:nvSpPr>
          <p:cNvPr id="31" name="">
            <a:extLst xmlns:a="http://schemas.openxmlformats.org/drawingml/2006/main">
              <a:ext uri="{FF2B5EF4-FFF2-40B4-BE49-F238E27FC236}">
                <a16:creationId xmlns:a16="http://schemas.microsoft.com/office/drawing/2014/main" id="{15E248AC-8716-4741-8CCA-0D98E3DA30D3}"/>
              </a:ext>
            </a:extLst>
          </p:cNvPr>
          <p:cNvSpPr>
            <a:spLocks xmlns:a="http://schemas.openxmlformats.org/drawingml/2006/main" noGrp="1"/>
          </p:cNvSpPr>
          <p:nvPr/>
        </p:nvSpPr>
        <p:spPr>
          <a:xfrm xmlns:a="http://schemas.openxmlformats.org/drawingml/2006/main">
            <a:off x="609600" y="63722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67782"/>
                </a:solidFill>
                <a:latin typeface="Malgun Gothic"/>
                <a:ea typeface="Malgun Gothic"/>
                <a:cs typeface="Malgun Gothic"/>
              </a:defRPr>
            </a:pPr>
            <a:r>
              <a:rPr sz="1200" b="0">
                <a:solidFill>
                  <a:srgbClr val="667782"/>
                </a:solidFill>
                <a:latin typeface="Malgun Gothic"/>
                <a:ea typeface="Malgun Gothic"/>
                <a:cs typeface="Malgun Gothic"/>
              </a:rPr>
              <a:t>출처: v7_final_report.md 제품 사용 범위 · v7_competition_mapping.md 공식 평가항목</a:t>
            </a:r>
          </a:p>
        </p:txBody>
      </p:sp>
    </p:spTree>
    <p:extLst>
      <p:ext uri="{BB962C8B-B14F-4D97-AF65-F5344CB8AC3E}">
        <p14:creationId xmlns:p14="http://schemas.microsoft.com/office/powerpoint/2010/main" val="1277296734"/>
      </p:ext>
    </p:extLst>
  </p:cSld>
</p:sld>
</file>

<file path=ppt/slides/slide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1A42ACA-9792-4DCB-AB5F-C651DD565597}"/>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F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5005284-3E7E-4B55-95A0-57C9C9EDA3E4}"/>
              </a:ext>
            </a:extLst>
          </p:cNvPr>
          <p:cNvSpPr>
            <a:spLocks xmlns:a="http://schemas.openxmlformats.org/drawingml/2006/main" noGrp="1"/>
          </p:cNvSpPr>
          <p:nvPr/>
        </p:nvSpPr>
        <p:spPr>
          <a:xfrm xmlns:a="http://schemas.openxmlformats.org/drawingml/2006/main">
            <a:off x="609600" y="2857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087F78"/>
                </a:solidFill>
                <a:latin typeface="Malgun Gothic"/>
                <a:ea typeface="Malgun Gothic"/>
                <a:cs typeface="Malgun Gothic"/>
              </a:defRPr>
            </a:pPr>
            <a:r>
              <a:rPr sz="1200" b="1">
                <a:solidFill>
                  <a:srgbClr val="087F78"/>
                </a:solidFill>
                <a:latin typeface="Malgun Gothic"/>
                <a:ea typeface="Malgun Gothic"/>
                <a:cs typeface="Malgun Gothic"/>
              </a:rPr>
              <a:t>03 · MEDICINAL CHEMISTRY</a:t>
            </a:r>
          </a:p>
        </p:txBody>
      </p:sp>
      <p:sp>
        <p:nvSpPr>
          <p:cNvPr id="3" name="">
            <a:extLst xmlns:a="http://schemas.openxmlformats.org/drawingml/2006/main">
              <a:ext uri="{FF2B5EF4-FFF2-40B4-BE49-F238E27FC236}">
                <a16:creationId xmlns:a16="http://schemas.microsoft.com/office/drawing/2014/main" id="{A3BB986A-C23E-4662-81EC-9FFAB0BF3876}"/>
              </a:ext>
            </a:extLst>
          </p:cNvPr>
          <p:cNvSpPr>
            <a:spLocks xmlns:a="http://schemas.openxmlformats.org/drawingml/2006/main" noGrp="1"/>
          </p:cNvSpPr>
          <p:nvPr/>
        </p:nvSpPr>
        <p:spPr>
          <a:xfrm xmlns:a="http://schemas.openxmlformats.org/drawingml/2006/main">
            <a:off x="609600" y="5905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12263A"/>
                </a:solidFill>
                <a:latin typeface="Malgun Gothic"/>
                <a:ea typeface="Malgun Gothic"/>
                <a:cs typeface="Malgun Gothic"/>
              </a:defRPr>
            </a:pPr>
            <a:r>
              <a:rPr sz="2700" b="1">
                <a:solidFill>
                  <a:srgbClr val="12263A"/>
                </a:solidFill>
                <a:latin typeface="Malgun Gothic"/>
                <a:ea typeface="Malgun Gothic"/>
                <a:cs typeface="Malgun Gothic"/>
              </a:rPr>
              <a:t>보존할 원자와 바꿀 부분을 먼저 고정했습니다</a:t>
            </a:r>
          </a:p>
        </p:txBody>
      </p:sp>
      <p:sp>
        <p:nvSpPr>
          <p:cNvPr id="4" name="">
            <a:extLst xmlns:a="http://schemas.openxmlformats.org/drawingml/2006/main">
              <a:ext uri="{FF2B5EF4-FFF2-40B4-BE49-F238E27FC236}">
                <a16:creationId xmlns:a16="http://schemas.microsoft.com/office/drawing/2014/main" id="{2EA8D928-5C90-4053-B378-329793E27263}"/>
              </a:ext>
            </a:extLst>
          </p:cNvPr>
          <p:cNvSpPr>
            <a:spLocks xmlns:a="http://schemas.openxmlformats.org/drawingml/2006/main" noGrp="1"/>
          </p:cNvSpPr>
          <p:nvPr/>
        </p:nvSpPr>
        <p:spPr>
          <a:xfrm xmlns:a="http://schemas.openxmlformats.org/drawingml/2006/main">
            <a:off x="628650" y="113347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667782"/>
                </a:solidFill>
                <a:latin typeface="Malgun Gothic"/>
                <a:ea typeface="Malgun Gothic"/>
                <a:cs typeface="Malgun Gothic"/>
              </a:defRPr>
            </a:pPr>
            <a:r>
              <a:rPr sz="1500" b="0">
                <a:solidFill>
                  <a:srgbClr val="667782"/>
                </a:solidFill>
                <a:latin typeface="Malgun Gothic"/>
                <a:ea typeface="Malgun Gothic"/>
                <a:cs typeface="Malgun Gothic"/>
              </a:rPr>
              <a:t>전문가 기반 제약을 실제 생성 규칙으로 변환</a:t>
            </a:r>
          </a:p>
        </p:txBody>
      </p:sp>
      <p:sp>
        <p:nvSpPr>
          <p:cNvPr id="5" name="">
            <a:extLst xmlns:a="http://schemas.openxmlformats.org/drawingml/2006/main">
              <a:ext uri="{FF2B5EF4-FFF2-40B4-BE49-F238E27FC236}">
                <a16:creationId xmlns:a16="http://schemas.microsoft.com/office/drawing/2014/main" id="{1532C5A9-0B68-44D6-A9C9-5BB3D4E65FCE}"/>
              </a:ext>
            </a:extLst>
          </p:cNvPr>
          <p:cNvSpPr>
            <a:spLocks xmlns:a="http://schemas.openxmlformats.org/drawingml/2006/main" noGrp="1"/>
          </p:cNvSpPr>
          <p:nvPr/>
        </p:nvSpPr>
        <p:spPr>
          <a:xfrm xmlns:a="http://schemas.openxmlformats.org/drawingml/2006/main">
            <a:off x="11049000" y="638175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1">
                <a:solidFill>
                  <a:srgbClr val="667782"/>
                </a:solidFill>
                <a:latin typeface="Malgun Gothic"/>
                <a:ea typeface="Malgun Gothic"/>
                <a:cs typeface="Malgun Gothic"/>
              </a:defRPr>
            </a:pPr>
            <a:r>
              <a:rPr sz="1050" b="1">
                <a:solidFill>
                  <a:srgbClr val="667782"/>
                </a:solidFill>
                <a:latin typeface="Malgun Gothic"/>
                <a:ea typeface="Malgun Gothic"/>
                <a:cs typeface="Malgun Gothic"/>
              </a:rPr>
              <a:t>04</a:t>
            </a:r>
          </a:p>
        </p:txBody>
      </p:sp>
      <p:sp>
        <p:nvSpPr>
          <p:cNvPr id="6" name="">
            <a:extLst xmlns:a="http://schemas.openxmlformats.org/drawingml/2006/main">
              <a:ext uri="{FF2B5EF4-FFF2-40B4-BE49-F238E27FC236}">
                <a16:creationId xmlns:a16="http://schemas.microsoft.com/office/drawing/2014/main" id="{0AB54143-3414-4CFC-8984-436244074E03}"/>
              </a:ext>
            </a:extLst>
          </p:cNvPr>
          <p:cNvSpPr>
            <a:spLocks xmlns:a="http://schemas.openxmlformats.org/drawingml/2006/main" noGrp="1"/>
          </p:cNvSpPr>
          <p:nvPr/>
        </p:nvSpPr>
        <p:spPr>
          <a:xfrm xmlns:a="http://schemas.openxmlformats.org/drawingml/2006/main">
            <a:off x="723900" y="1809750"/>
            <a:ext cx="295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050" b="1">
                <a:solidFill>
                  <a:srgbClr val="087F78"/>
                </a:solidFill>
                <a:latin typeface="Malgun Gothic"/>
                <a:ea typeface="Malgun Gothic"/>
                <a:cs typeface="Malgun Gothic"/>
              </a:defRPr>
            </a:pPr>
            <a:r>
              <a:rPr sz="4050" b="1">
                <a:solidFill>
                  <a:srgbClr val="087F78"/>
                </a:solidFill>
                <a:latin typeface="Malgun Gothic"/>
                <a:ea typeface="Malgun Gothic"/>
                <a:cs typeface="Malgun Gothic"/>
              </a:rPr>
              <a:t>map 19</a:t>
            </a:r>
          </a:p>
        </p:txBody>
      </p:sp>
      <p:sp>
        <p:nvSpPr>
          <p:cNvPr id="7" name="">
            <a:extLst xmlns:a="http://schemas.openxmlformats.org/drawingml/2006/main">
              <a:ext uri="{FF2B5EF4-FFF2-40B4-BE49-F238E27FC236}">
                <a16:creationId xmlns:a16="http://schemas.microsoft.com/office/drawing/2014/main" id="{27A9A652-F9EC-4196-AB83-96AC25A4050B}"/>
              </a:ext>
            </a:extLst>
          </p:cNvPr>
          <p:cNvSpPr>
            <a:spLocks xmlns:a="http://schemas.openxmlformats.org/drawingml/2006/main" noGrp="1"/>
          </p:cNvSpPr>
          <p:nvPr/>
        </p:nvSpPr>
        <p:spPr>
          <a:xfrm xmlns:a="http://schemas.openxmlformats.org/drawingml/2006/main">
            <a:off x="723900" y="2438400"/>
            <a:ext cx="295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233746"/>
                </a:solidFill>
                <a:latin typeface="Malgun Gothic"/>
                <a:ea typeface="Malgun Gothic"/>
                <a:cs typeface="Malgun Gothic"/>
              </a:defRPr>
            </a:pPr>
            <a:r>
              <a:rPr sz="1500" b="0">
                <a:solidFill>
                  <a:srgbClr val="233746"/>
                </a:solidFill>
                <a:latin typeface="Malgun Gothic"/>
                <a:ea typeface="Malgun Gothic"/>
                <a:cs typeface="Malgun Gothic"/>
              </a:rPr>
              <a:t>waiver가 있는 단일 변형 site</a:t>
            </a:r>
          </a:p>
        </p:txBody>
      </p:sp>
      <p:sp>
        <p:nvSpPr>
          <p:cNvPr id="8" name="">
            <a:extLst xmlns:a="http://schemas.openxmlformats.org/drawingml/2006/main">
              <a:ext uri="{FF2B5EF4-FFF2-40B4-BE49-F238E27FC236}">
                <a16:creationId xmlns:a16="http://schemas.microsoft.com/office/drawing/2014/main" id="{165097AA-717A-4D58-98AF-4C643E66380B}"/>
              </a:ext>
            </a:extLst>
          </p:cNvPr>
          <p:cNvSpPr>
            <a:spLocks xmlns:a="http://schemas.openxmlformats.org/drawingml/2006/main" noGrp="1"/>
          </p:cNvSpPr>
          <p:nvPr/>
        </p:nvSpPr>
        <p:spPr>
          <a:xfrm xmlns:a="http://schemas.openxmlformats.org/drawingml/2006/main">
            <a:off x="4286250" y="1809750"/>
            <a:ext cx="238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050" b="1">
                <a:solidFill>
                  <a:srgbClr val="12263A"/>
                </a:solidFill>
                <a:latin typeface="Malgun Gothic"/>
                <a:ea typeface="Malgun Gothic"/>
                <a:cs typeface="Malgun Gothic"/>
              </a:defRPr>
            </a:pPr>
            <a:r>
              <a:rPr sz="4050" b="1">
                <a:solidFill>
                  <a:srgbClr val="12263A"/>
                </a:solidFill>
                <a:latin typeface="Malgun Gothic"/>
                <a:ea typeface="Malgun Gothic"/>
                <a:cs typeface="Malgun Gothic"/>
              </a:rPr>
              <a:t>6</a:t>
            </a:r>
          </a:p>
        </p:txBody>
      </p:sp>
      <p:sp>
        <p:nvSpPr>
          <p:cNvPr id="9" name="">
            <a:extLst xmlns:a="http://schemas.openxmlformats.org/drawingml/2006/main">
              <a:ext uri="{FF2B5EF4-FFF2-40B4-BE49-F238E27FC236}">
                <a16:creationId xmlns:a16="http://schemas.microsoft.com/office/drawing/2014/main" id="{3BBFF3A7-634A-4BF4-A30C-D75B272B7A05}"/>
              </a:ext>
            </a:extLst>
          </p:cNvPr>
          <p:cNvSpPr>
            <a:spLocks xmlns:a="http://schemas.openxmlformats.org/drawingml/2006/main" noGrp="1"/>
          </p:cNvSpPr>
          <p:nvPr/>
        </p:nvSpPr>
        <p:spPr>
          <a:xfrm xmlns:a="http://schemas.openxmlformats.org/drawingml/2006/main">
            <a:off x="4286250" y="2438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233746"/>
                </a:solidFill>
                <a:latin typeface="Malgun Gothic"/>
                <a:ea typeface="Malgun Gothic"/>
                <a:cs typeface="Malgun Gothic"/>
              </a:defRPr>
            </a:pPr>
            <a:r>
              <a:rPr sz="1500" b="0">
                <a:solidFill>
                  <a:srgbClr val="233746"/>
                </a:solidFill>
                <a:latin typeface="Malgun Gothic"/>
                <a:ea typeface="Malgun Gothic"/>
                <a:cs typeface="Malgun Gothic"/>
              </a:rPr>
              <a:t>실제 linker 선택지</a:t>
            </a:r>
          </a:p>
        </p:txBody>
      </p:sp>
      <p:sp>
        <p:nvSpPr>
          <p:cNvPr id="10" name="">
            <a:extLst xmlns:a="http://schemas.openxmlformats.org/drawingml/2006/main">
              <a:ext uri="{FF2B5EF4-FFF2-40B4-BE49-F238E27FC236}">
                <a16:creationId xmlns:a16="http://schemas.microsoft.com/office/drawing/2014/main" id="{7304C9F6-5A26-4C94-BC25-931B781B6E06}"/>
              </a:ext>
            </a:extLst>
          </p:cNvPr>
          <p:cNvSpPr>
            <a:spLocks xmlns:a="http://schemas.openxmlformats.org/drawingml/2006/main" noGrp="1"/>
          </p:cNvSpPr>
          <p:nvPr/>
        </p:nvSpPr>
        <p:spPr>
          <a:xfrm xmlns:a="http://schemas.openxmlformats.org/drawingml/2006/main">
            <a:off x="7524750" y="1809750"/>
            <a:ext cx="2571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050" b="1">
                <a:solidFill>
                  <a:srgbClr val="087F78"/>
                </a:solidFill>
                <a:latin typeface="Malgun Gothic"/>
                <a:ea typeface="Malgun Gothic"/>
                <a:cs typeface="Malgun Gothic"/>
              </a:defRPr>
            </a:pPr>
            <a:r>
              <a:rPr sz="4050" b="1">
                <a:solidFill>
                  <a:srgbClr val="087F78"/>
                </a:solidFill>
                <a:latin typeface="Malgun Gothic"/>
                <a:ea typeface="Malgun Gothic"/>
                <a:cs typeface="Malgun Gothic"/>
              </a:rPr>
              <a:t>2 E3</a:t>
            </a:r>
          </a:p>
        </p:txBody>
      </p:sp>
      <p:sp>
        <p:nvSpPr>
          <p:cNvPr id="11" name="">
            <a:extLst xmlns:a="http://schemas.openxmlformats.org/drawingml/2006/main">
              <a:ext uri="{FF2B5EF4-FFF2-40B4-BE49-F238E27FC236}">
                <a16:creationId xmlns:a16="http://schemas.microsoft.com/office/drawing/2014/main" id="{96210532-B86B-4BFD-9FD0-0877E5C9018F}"/>
              </a:ext>
            </a:extLst>
          </p:cNvPr>
          <p:cNvSpPr>
            <a:spLocks xmlns:a="http://schemas.openxmlformats.org/drawingml/2006/main" noGrp="1"/>
          </p:cNvSpPr>
          <p:nvPr/>
        </p:nvSpPr>
        <p:spPr>
          <a:xfrm xmlns:a="http://schemas.openxmlformats.org/drawingml/2006/main">
            <a:off x="7524750" y="2438400"/>
            <a:ext cx="257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233746"/>
                </a:solidFill>
                <a:latin typeface="Malgun Gothic"/>
                <a:ea typeface="Malgun Gothic"/>
                <a:cs typeface="Malgun Gothic"/>
              </a:defRPr>
            </a:pPr>
            <a:r>
              <a:rPr sz="1500" b="0">
                <a:solidFill>
                  <a:srgbClr val="233746"/>
                </a:solidFill>
                <a:latin typeface="Malgun Gothic"/>
                <a:ea typeface="Malgun Gothic"/>
                <a:cs typeface="Malgun Gothic"/>
              </a:rPr>
              <a:t>CRBN · VHL</a:t>
            </a:r>
          </a:p>
        </p:txBody>
      </p:sp>
      <p:sp>
        <p:nvSpPr>
          <p:cNvPr id="12" name="">
            <a:extLst xmlns:a="http://schemas.openxmlformats.org/drawingml/2006/main">
              <a:ext uri="{FF2B5EF4-FFF2-40B4-BE49-F238E27FC236}">
                <a16:creationId xmlns:a16="http://schemas.microsoft.com/office/drawing/2014/main" id="{364F8A87-F9A4-46A8-9AA9-8FD5E91D3661}"/>
              </a:ext>
            </a:extLst>
          </p:cNvPr>
          <p:cNvSpPr>
            <a:spLocks xmlns:a="http://schemas.openxmlformats.org/drawingml/2006/main" noGrp="1"/>
          </p:cNvSpPr>
          <p:nvPr/>
        </p:nvSpPr>
        <p:spPr>
          <a:xfrm xmlns:a="http://schemas.openxmlformats.org/drawingml/2006/main">
            <a:off x="704850" y="3295650"/>
            <a:ext cx="10287000" cy="19050"/>
          </a:xfrm>
          <a:prstGeom xmlns:a="http://schemas.openxmlformats.org/drawingml/2006/main" prst="rect">
            <a:avLst/>
          </a:prstGeom>
          <a:solidFill xmlns:a="http://schemas.openxmlformats.org/drawingml/2006/main">
            <a:srgbClr val="CAD5D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6657F7E-ACCB-49B7-969B-926329A5FEAF}"/>
              </a:ext>
            </a:extLst>
          </p:cNvPr>
          <p:cNvSpPr>
            <a:spLocks xmlns:a="http://schemas.openxmlformats.org/drawingml/2006/main" noGrp="1"/>
          </p:cNvSpPr>
          <p:nvPr/>
        </p:nvSpPr>
        <p:spPr>
          <a:xfrm xmlns:a="http://schemas.openxmlformats.org/drawingml/2006/main">
            <a:off x="723900" y="367665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087F78"/>
                </a:solidFill>
                <a:latin typeface="Malgun Gothic"/>
                <a:ea typeface="Malgun Gothic"/>
                <a:cs typeface="Malgun Gothic"/>
              </a:defRPr>
            </a:pPr>
            <a:r>
              <a:rPr sz="1650" b="1">
                <a:solidFill>
                  <a:srgbClr val="087F78"/>
                </a:solidFill>
                <a:latin typeface="Malgun Gothic"/>
                <a:ea typeface="Malgun Gothic"/>
                <a:cs typeface="Malgun Gothic"/>
              </a:rPr>
              <a:t>보존</a:t>
            </a:r>
          </a:p>
        </p:txBody>
      </p:sp>
      <p:sp>
        <p:nvSpPr>
          <p:cNvPr id="14" name="">
            <a:extLst xmlns:a="http://schemas.openxmlformats.org/drawingml/2006/main">
              <a:ext uri="{FF2B5EF4-FFF2-40B4-BE49-F238E27FC236}">
                <a16:creationId xmlns:a16="http://schemas.microsoft.com/office/drawing/2014/main" id="{468AD0BF-FA06-40F7-8C10-01EDCD9A8429}"/>
              </a:ext>
            </a:extLst>
          </p:cNvPr>
          <p:cNvSpPr>
            <a:spLocks xmlns:a="http://schemas.openxmlformats.org/drawingml/2006/main" noGrp="1"/>
          </p:cNvSpPr>
          <p:nvPr/>
        </p:nvSpPr>
        <p:spPr>
          <a:xfrm xmlns:a="http://schemas.openxmlformats.org/drawingml/2006/main">
            <a:off x="2000250" y="3638550"/>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1">
                <a:solidFill>
                  <a:srgbClr val="233746"/>
                </a:solidFill>
                <a:latin typeface="Malgun Gothic"/>
                <a:ea typeface="Malgun Gothic"/>
                <a:cs typeface="Malgun Gothic"/>
              </a:defRPr>
            </a:pPr>
            <a:r>
              <a:rPr sz="1950" b="1">
                <a:solidFill>
                  <a:srgbClr val="233746"/>
                </a:solidFill>
                <a:latin typeface="Malgun Gothic"/>
                <a:ea typeface="Malgun Gothic"/>
                <a:cs typeface="Malgun Gothic"/>
              </a:rPr>
              <a:t>결합에 필요한 core를 유지</a:t>
            </a:r>
          </a:p>
        </p:txBody>
      </p:sp>
      <p:sp>
        <p:nvSpPr>
          <p:cNvPr id="15" name="">
            <a:extLst xmlns:a="http://schemas.openxmlformats.org/drawingml/2006/main">
              <a:ext uri="{FF2B5EF4-FFF2-40B4-BE49-F238E27FC236}">
                <a16:creationId xmlns:a16="http://schemas.microsoft.com/office/drawing/2014/main" id="{D3279C00-E9DC-4155-93C8-E1473353BB59}"/>
              </a:ext>
            </a:extLst>
          </p:cNvPr>
          <p:cNvSpPr>
            <a:spLocks xmlns:a="http://schemas.openxmlformats.org/drawingml/2006/main" noGrp="1"/>
          </p:cNvSpPr>
          <p:nvPr/>
        </p:nvSpPr>
        <p:spPr>
          <a:xfrm xmlns:a="http://schemas.openxmlformats.org/drawingml/2006/main">
            <a:off x="723900" y="432435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C98721"/>
                </a:solidFill>
                <a:latin typeface="Malgun Gothic"/>
                <a:ea typeface="Malgun Gothic"/>
                <a:cs typeface="Malgun Gothic"/>
              </a:defRPr>
            </a:pPr>
            <a:r>
              <a:rPr sz="1650" b="1">
                <a:solidFill>
                  <a:srgbClr val="C98721"/>
                </a:solidFill>
                <a:latin typeface="Malgun Gothic"/>
                <a:ea typeface="Malgun Gothic"/>
                <a:cs typeface="Malgun Gothic"/>
              </a:rPr>
              <a:t>변경</a:t>
            </a:r>
          </a:p>
        </p:txBody>
      </p:sp>
      <p:sp>
        <p:nvSpPr>
          <p:cNvPr id="16" name="">
            <a:extLst xmlns:a="http://schemas.openxmlformats.org/drawingml/2006/main">
              <a:ext uri="{FF2B5EF4-FFF2-40B4-BE49-F238E27FC236}">
                <a16:creationId xmlns:a16="http://schemas.microsoft.com/office/drawing/2014/main" id="{D9F5F182-D6BA-4EFC-83C5-55D1BEAD917E}"/>
              </a:ext>
            </a:extLst>
          </p:cNvPr>
          <p:cNvSpPr>
            <a:spLocks xmlns:a="http://schemas.openxmlformats.org/drawingml/2006/main" noGrp="1"/>
          </p:cNvSpPr>
          <p:nvPr/>
        </p:nvSpPr>
        <p:spPr>
          <a:xfrm xmlns:a="http://schemas.openxmlformats.org/drawingml/2006/main">
            <a:off x="2000250" y="4286250"/>
            <a:ext cx="857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233746"/>
                </a:solidFill>
                <a:latin typeface="Malgun Gothic"/>
                <a:ea typeface="Malgun Gothic"/>
                <a:cs typeface="Malgun Gothic"/>
              </a:defRPr>
            </a:pPr>
            <a:r>
              <a:rPr sz="1875" b="1">
                <a:solidFill>
                  <a:srgbClr val="233746"/>
                </a:solidFill>
                <a:latin typeface="Malgun Gothic"/>
                <a:ea typeface="Malgun Gothic"/>
                <a:cs typeface="Malgun Gothic"/>
              </a:rPr>
              <a:t>atom map 19에서 6 linker와 CRBN · VHL을 조합해 분리 추적</a:t>
            </a:r>
          </a:p>
        </p:txBody>
      </p:sp>
      <p:sp>
        <p:nvSpPr>
          <p:cNvPr id="17" name="">
            <a:extLst xmlns:a="http://schemas.openxmlformats.org/drawingml/2006/main">
              <a:ext uri="{FF2B5EF4-FFF2-40B4-BE49-F238E27FC236}">
                <a16:creationId xmlns:a16="http://schemas.microsoft.com/office/drawing/2014/main" id="{E56DA389-64D3-4FA1-AB0C-302969A35950}"/>
              </a:ext>
            </a:extLst>
          </p:cNvPr>
          <p:cNvSpPr>
            <a:spLocks xmlns:a="http://schemas.openxmlformats.org/drawingml/2006/main" noGrp="1"/>
          </p:cNvSpPr>
          <p:nvPr/>
        </p:nvSpPr>
        <p:spPr>
          <a:xfrm xmlns:a="http://schemas.openxmlformats.org/drawingml/2006/main">
            <a:off x="723900" y="5219700"/>
            <a:ext cx="10267950" cy="628650"/>
          </a:xfrm>
          <a:prstGeom xmlns:a="http://schemas.openxmlformats.org/drawingml/2006/main" prst="roundRect">
            <a:avLst>
              <a:gd name="adj" fmla="val 12121"/>
            </a:avLst>
          </a:prstGeom>
          <a:solidFill xmlns:a="http://schemas.openxmlformats.org/drawingml/2006/main">
            <a:srgbClr val="EFE9DC"/>
          </a:solidFill>
          <a:ln xmlns:a="http://schemas.openxmlformats.org/drawingml/2006/main" w="9525">
            <a:solidFill>
              <a:srgbClr val="CAD5D1"/>
            </a:solidFill>
          </a:ln>
        </p:spPr>
      </p:sp>
      <p:sp>
        <p:nvSpPr>
          <p:cNvPr id="18" name="">
            <a:extLst xmlns:a="http://schemas.openxmlformats.org/drawingml/2006/main">
              <a:ext uri="{FF2B5EF4-FFF2-40B4-BE49-F238E27FC236}">
                <a16:creationId xmlns:a16="http://schemas.microsoft.com/office/drawing/2014/main" id="{6D3753C7-B09F-47A8-AECE-66100786695F}"/>
              </a:ext>
            </a:extLst>
          </p:cNvPr>
          <p:cNvSpPr>
            <a:spLocks xmlns:a="http://schemas.openxmlformats.org/drawingml/2006/main" noGrp="1"/>
          </p:cNvSpPr>
          <p:nvPr/>
        </p:nvSpPr>
        <p:spPr>
          <a:xfrm xmlns:a="http://schemas.openxmlformats.org/drawingml/2006/main">
            <a:off x="857250" y="532447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75" b="1">
                <a:solidFill>
                  <a:srgbClr val="A94442"/>
                </a:solidFill>
                <a:latin typeface="Malgun Gothic"/>
                <a:ea typeface="Malgun Gothic"/>
                <a:cs typeface="Malgun Gothic"/>
              </a:defRPr>
            </a:pPr>
            <a:r>
              <a:rPr sz="1575" b="1">
                <a:solidFill>
                  <a:srgbClr val="A94442"/>
                </a:solidFill>
                <a:latin typeface="Malgun Gothic"/>
                <a:ea typeface="Malgun Gothic"/>
                <a:cs typeface="Malgun Gothic"/>
              </a:rPr>
              <a:t>경계: 구조 생성과 조립 provenance이며, 분해 효능이나 세포 효능의 증거가 아닙니다.</a:t>
            </a:r>
          </a:p>
        </p:txBody>
      </p:sp>
      <p:sp>
        <p:nvSpPr>
          <p:cNvPr id="19" name="">
            <a:extLst xmlns:a="http://schemas.openxmlformats.org/drawingml/2006/main">
              <a:ext uri="{FF2B5EF4-FFF2-40B4-BE49-F238E27FC236}">
                <a16:creationId xmlns:a16="http://schemas.microsoft.com/office/drawing/2014/main" id="{8ACFD364-11C6-43BE-9E91-452CF5CB489B}"/>
              </a:ext>
            </a:extLst>
          </p:cNvPr>
          <p:cNvSpPr>
            <a:spLocks xmlns:a="http://schemas.openxmlformats.org/drawingml/2006/main" noGrp="1"/>
          </p:cNvSpPr>
          <p:nvPr/>
        </p:nvSpPr>
        <p:spPr>
          <a:xfrm xmlns:a="http://schemas.openxmlformats.org/drawingml/2006/main">
            <a:off x="609600" y="63722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67782"/>
                </a:solidFill>
                <a:latin typeface="Malgun Gothic"/>
                <a:ea typeface="Malgun Gothic"/>
                <a:cs typeface="Malgun Gothic"/>
              </a:defRPr>
            </a:pPr>
            <a:r>
              <a:rPr sz="1200" b="0">
                <a:solidFill>
                  <a:srgbClr val="667782"/>
                </a:solidFill>
                <a:latin typeface="Malgun Gothic"/>
                <a:ea typeface="Malgun Gothic"/>
                <a:cs typeface="Malgun Gothic"/>
              </a:rPr>
              <a:t>출처: v7_final_report.md 기준 3, 4, 7 · strict FX5 기준선</a:t>
            </a:r>
          </a:p>
        </p:txBody>
      </p:sp>
    </p:spTree>
    <p:extLst>
      <p:ext uri="{BB962C8B-B14F-4D97-AF65-F5344CB8AC3E}">
        <p14:creationId xmlns:p14="http://schemas.microsoft.com/office/powerpoint/2010/main" val="740988993"/>
      </p:ext>
    </p:extLst>
  </p:cSld>
</p:sld>
</file>

<file path=ppt/slides/slide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31E5BB3-1988-4308-8BC3-C52D96132D09}"/>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F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7F8DF00-9C38-479E-8BE4-1DC25F7853C3}"/>
              </a:ext>
            </a:extLst>
          </p:cNvPr>
          <p:cNvSpPr>
            <a:spLocks xmlns:a="http://schemas.openxmlformats.org/drawingml/2006/main" noGrp="1"/>
          </p:cNvSpPr>
          <p:nvPr/>
        </p:nvSpPr>
        <p:spPr>
          <a:xfrm xmlns:a="http://schemas.openxmlformats.org/drawingml/2006/main">
            <a:off x="609600" y="2857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087F78"/>
                </a:solidFill>
                <a:latin typeface="Malgun Gothic"/>
                <a:ea typeface="Malgun Gothic"/>
                <a:cs typeface="Malgun Gothic"/>
              </a:defRPr>
            </a:pPr>
            <a:r>
              <a:rPr sz="1200" b="1">
                <a:solidFill>
                  <a:srgbClr val="087F78"/>
                </a:solidFill>
                <a:latin typeface="Malgun Gothic"/>
                <a:ea typeface="Malgun Gothic"/>
                <a:cs typeface="Malgun Gothic"/>
              </a:rPr>
              <a:t>04 · COHORTS</a:t>
            </a:r>
          </a:p>
        </p:txBody>
      </p:sp>
      <p:sp>
        <p:nvSpPr>
          <p:cNvPr id="3" name="">
            <a:extLst xmlns:a="http://schemas.openxmlformats.org/drawingml/2006/main">
              <a:ext uri="{FF2B5EF4-FFF2-40B4-BE49-F238E27FC236}">
                <a16:creationId xmlns:a16="http://schemas.microsoft.com/office/drawing/2014/main" id="{574455DE-07C6-4E67-B283-3CF6D9B4C000}"/>
              </a:ext>
            </a:extLst>
          </p:cNvPr>
          <p:cNvSpPr>
            <a:spLocks xmlns:a="http://schemas.openxmlformats.org/drawingml/2006/main" noGrp="1"/>
          </p:cNvSpPr>
          <p:nvPr/>
        </p:nvSpPr>
        <p:spPr>
          <a:xfrm xmlns:a="http://schemas.openxmlformats.org/drawingml/2006/main">
            <a:off x="609600" y="5905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12263A"/>
                </a:solidFill>
                <a:latin typeface="Malgun Gothic"/>
                <a:ea typeface="Malgun Gothic"/>
                <a:cs typeface="Malgun Gothic"/>
              </a:defRPr>
            </a:pPr>
            <a:r>
              <a:rPr sz="2700" b="1">
                <a:solidFill>
                  <a:srgbClr val="12263A"/>
                </a:solidFill>
                <a:latin typeface="Malgun Gothic"/>
                <a:ea typeface="Malgun Gothic"/>
                <a:cs typeface="Malgun Gothic"/>
              </a:rPr>
              <a:t>세 코호트는 분모도 목적도 다릅니다</a:t>
            </a:r>
          </a:p>
        </p:txBody>
      </p:sp>
      <p:sp>
        <p:nvSpPr>
          <p:cNvPr id="4" name="">
            <a:extLst xmlns:a="http://schemas.openxmlformats.org/drawingml/2006/main">
              <a:ext uri="{FF2B5EF4-FFF2-40B4-BE49-F238E27FC236}">
                <a16:creationId xmlns:a16="http://schemas.microsoft.com/office/drawing/2014/main" id="{870A387E-5C2F-45D7-B962-36A157B15F02}"/>
              </a:ext>
            </a:extLst>
          </p:cNvPr>
          <p:cNvSpPr>
            <a:spLocks xmlns:a="http://schemas.openxmlformats.org/drawingml/2006/main" noGrp="1"/>
          </p:cNvSpPr>
          <p:nvPr/>
        </p:nvSpPr>
        <p:spPr>
          <a:xfrm xmlns:a="http://schemas.openxmlformats.org/drawingml/2006/main">
            <a:off x="628650" y="113347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667782"/>
                </a:solidFill>
                <a:latin typeface="Malgun Gothic"/>
                <a:ea typeface="Malgun Gothic"/>
                <a:cs typeface="Malgun Gothic"/>
              </a:defRPr>
            </a:pPr>
            <a:r>
              <a:rPr sz="1500" b="0">
                <a:solidFill>
                  <a:srgbClr val="667782"/>
                </a:solidFill>
                <a:latin typeface="Malgun Gothic"/>
                <a:ea typeface="Malgun Gothic"/>
                <a:cs typeface="Malgun Gothic"/>
              </a:rPr>
              <a:t>strict, 탐색, native 진단을 한 숫자로 섞지 않습니다.</a:t>
            </a:r>
          </a:p>
        </p:txBody>
      </p:sp>
      <p:sp>
        <p:nvSpPr>
          <p:cNvPr id="5" name="">
            <a:extLst xmlns:a="http://schemas.openxmlformats.org/drawingml/2006/main">
              <a:ext uri="{FF2B5EF4-FFF2-40B4-BE49-F238E27FC236}">
                <a16:creationId xmlns:a16="http://schemas.microsoft.com/office/drawing/2014/main" id="{EA538F93-161D-42A0-AA3C-E206C310617C}"/>
              </a:ext>
            </a:extLst>
          </p:cNvPr>
          <p:cNvSpPr>
            <a:spLocks xmlns:a="http://schemas.openxmlformats.org/drawingml/2006/main" noGrp="1"/>
          </p:cNvSpPr>
          <p:nvPr/>
        </p:nvSpPr>
        <p:spPr>
          <a:xfrm xmlns:a="http://schemas.openxmlformats.org/drawingml/2006/main">
            <a:off x="11049000" y="638175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1">
                <a:solidFill>
                  <a:srgbClr val="667782"/>
                </a:solidFill>
                <a:latin typeface="Malgun Gothic"/>
                <a:ea typeface="Malgun Gothic"/>
                <a:cs typeface="Malgun Gothic"/>
              </a:defRPr>
            </a:pPr>
            <a:r>
              <a:rPr sz="1050" b="1">
                <a:solidFill>
                  <a:srgbClr val="667782"/>
                </a:solidFill>
                <a:latin typeface="Malgun Gothic"/>
                <a:ea typeface="Malgun Gothic"/>
                <a:cs typeface="Malgun Gothic"/>
              </a:rPr>
              <a:t>05</a:t>
            </a:r>
          </a:p>
        </p:txBody>
      </p:sp>
      <p:graphicFrame>
        <p:nvGraphicFramePr>
          <p:cNvPr id="14" name=""/>
          <p:cNvGraphicFramePr/>
          <p:nvPr/>
        </p:nvGraphicFramePr>
        <p:xfrm>
          <a:off xmlns:a="http://schemas.openxmlformats.org/drawingml/2006/main" x="609600" y="1695450"/>
          <a:ext xmlns:a="http://schemas.openxmlformats.org/drawingml/2006/main" cx="10972800" cy="3714750"/>
        </p:xfrm>
        <a:graphic xmlns:a="http://schemas.openxmlformats.org/drawingml/2006/main">
          <a:graphicData uri="http://schemas.openxmlformats.org/drawingml/2006/table">
            <a:tbl>
              <a:tblPr firstRow="1" bandRow="1"/>
              <a:tblGrid>
                <a:gridCol w="1809750"/>
                <a:gridCol w="1952625"/>
                <a:gridCol w="3000375"/>
                <a:gridCol w="1809750"/>
                <a:gridCol w="2400300"/>
              </a:tblGrid>
              <a:tr h="928688">
                <a:tc>
                  <a:txBody>
                    <a:bodyPr/>
                    <a:lstStyle/>
                    <a:p>
                      <a:r>
                        <a:rPr sz="1350" b="1">
                          <a:solidFill>
                            <a:srgbClr val="FFFFFF"/>
                          </a:solidFill>
                          <a:latin typeface="Malgun Gothic"/>
                          <a:ea typeface="Malgun Gothic"/>
                          <a:cs typeface="Malgun Gothic"/>
                        </a:rPr>
                        <a:t>코호트</a:t>
                      </a:r>
                    </a:p>
                  </a:txBody>
                  <a:tcPr marL="95250" marR="95250" marT="76200" marB="76200" anchor="ctr">
                    <a:solidFill>
                      <a:srgbClr val="12263A"/>
                    </a:solidFill>
                  </a:tcPr>
                </a:tc>
                <a:tc>
                  <a:txBody>
                    <a:bodyPr/>
                    <a:lstStyle/>
                    <a:p>
                      <a:r>
                        <a:rPr sz="1350" b="1">
                          <a:solidFill>
                            <a:srgbClr val="FFFFFF"/>
                          </a:solidFill>
                          <a:latin typeface="Malgun Gothic"/>
                          <a:ea typeface="Malgun Gothic"/>
                          <a:cs typeface="Malgun Gothic"/>
                        </a:rPr>
                        <a:t>출발</a:t>
                      </a:r>
                    </a:p>
                  </a:txBody>
                  <a:tcPr marL="95250" marR="95250" marT="76200" marB="76200" anchor="ctr">
                    <a:solidFill>
                      <a:srgbClr val="12263A"/>
                    </a:solidFill>
                  </a:tcPr>
                </a:tc>
                <a:tc>
                  <a:txBody>
                    <a:bodyPr/>
                    <a:lstStyle/>
                    <a:p>
                      <a:r>
                        <a:rPr sz="1350" b="1">
                          <a:solidFill>
                            <a:srgbClr val="FFFFFF"/>
                          </a:solidFill>
                          <a:latin typeface="Malgun Gothic"/>
                          <a:ea typeface="Malgun Gothic"/>
                          <a:cs typeface="Malgun Gothic"/>
                        </a:rPr>
                        <a:t>docking · pose</a:t>
                      </a:r>
                    </a:p>
                  </a:txBody>
                  <a:tcPr marL="95250" marR="95250" marT="76200" marB="76200" anchor="ctr">
                    <a:solidFill>
                      <a:srgbClr val="12263A"/>
                    </a:solidFill>
                  </a:tcPr>
                </a:tc>
                <a:tc>
                  <a:txBody>
                    <a:bodyPr/>
                    <a:lstStyle/>
                    <a:p>
                      <a:r>
                        <a:rPr sz="1350" b="1">
                          <a:solidFill>
                            <a:srgbClr val="FFFFFF"/>
                          </a:solidFill>
                          <a:latin typeface="Malgun Gothic"/>
                          <a:ea typeface="Malgun Gothic"/>
                          <a:cs typeface="Malgun Gothic"/>
                        </a:rPr>
                        <a:t>선정</a:t>
                      </a:r>
                    </a:p>
                  </a:txBody>
                  <a:tcPr marL="95250" marR="95250" marT="76200" marB="76200" anchor="ctr">
                    <a:solidFill>
                      <a:srgbClr val="12263A"/>
                    </a:solidFill>
                  </a:tcPr>
                </a:tc>
                <a:tc>
                  <a:txBody>
                    <a:bodyPr/>
                    <a:lstStyle/>
                    <a:p>
                      <a:r>
                        <a:rPr sz="1350" b="1">
                          <a:solidFill>
                            <a:srgbClr val="FFFFFF"/>
                          </a:solidFill>
                          <a:latin typeface="Malgun Gothic"/>
                          <a:ea typeface="Malgun Gothic"/>
                          <a:cs typeface="Malgun Gothic"/>
                        </a:rPr>
                        <a:t>assembly</a:t>
                      </a:r>
                    </a:p>
                  </a:txBody>
                  <a:tcPr marL="95250" marR="95250" marT="76200" marB="76200" anchor="ctr">
                    <a:solidFill>
                      <a:srgbClr val="12263A"/>
                    </a:solidFill>
                  </a:tcPr>
                </a:tc>
              </a:tr>
              <a:tr h="928688">
                <a:tc>
                  <a:txBody>
                    <a:bodyPr/>
                    <a:lstStyle/>
                    <a:p>
                      <a:r>
                        <a:rPr sz="1350">
                          <a:solidFill>
                            <a:srgbClr val="233746"/>
                          </a:solidFill>
                          <a:latin typeface="Malgun Gothic"/>
                          <a:ea typeface="Malgun Gothic"/>
                          <a:cs typeface="Malgun Gothic"/>
                        </a:rPr>
                        <a:t>strict FX5</a:t>
                      </a:r>
                    </a:p>
                  </a:txBody>
                  <a:tcPr marL="95250" marR="95250" marT="76200" marB="76200" anchor="ctr">
                    <a:solidFill>
                      <a:srgbClr val="E6EFEC"/>
                    </a:solidFill>
                  </a:tcPr>
                </a:tc>
                <a:tc>
                  <a:txBody>
                    <a:bodyPr/>
                    <a:lstStyle/>
                    <a:p>
                      <a:r>
                        <a:rPr sz="1350">
                          <a:solidFill>
                            <a:srgbClr val="233746"/>
                          </a:solidFill>
                          <a:latin typeface="Malgun Gothic"/>
                          <a:ea typeface="Malgun Gothic"/>
                          <a:cs typeface="Malgun Gothic"/>
                        </a:rPr>
                        <a:t>graph 38</a:t>
                      </a:r>
                    </a:p>
                  </a:txBody>
                  <a:tcPr marL="95250" marR="95250" marT="76200" marB="76200" anchor="ctr">
                    <a:solidFill>
                      <a:srgbClr val="E6EFEC"/>
                    </a:solidFill>
                  </a:tcPr>
                </a:tc>
                <a:tc>
                  <a:txBody>
                    <a:bodyPr/>
                    <a:lstStyle/>
                    <a:p>
                      <a:r>
                        <a:rPr sz="1350">
                          <a:solidFill>
                            <a:srgbClr val="233746"/>
                          </a:solidFill>
                          <a:latin typeface="Malgun Gothic"/>
                          <a:ea typeface="Malgun Gothic"/>
                          <a:cs typeface="Malgun Gothic"/>
                        </a:rPr>
                        <a:t>시도 8 · raw pass 8</a:t>
                      </a:r>
                    </a:p>
                  </a:txBody>
                  <a:tcPr marL="95250" marR="95250" marT="76200" marB="76200" anchor="ctr">
                    <a:solidFill>
                      <a:srgbClr val="E6EFEC"/>
                    </a:solidFill>
                  </a:tcPr>
                </a:tc>
                <a:tc>
                  <a:txBody>
                    <a:bodyPr/>
                    <a:lstStyle/>
                    <a:p>
                      <a:r>
                        <a:rPr sz="1500" b="1">
                          <a:solidFill>
                            <a:srgbClr val="087F78"/>
                          </a:solidFill>
                          <a:latin typeface="Malgun Gothic"/>
                          <a:ea typeface="Malgun Gothic"/>
                          <a:cs typeface="Malgun Gothic"/>
                        </a:rPr>
                        <a:t>final 3</a:t>
                      </a:r>
                    </a:p>
                  </a:txBody>
                  <a:tcPr marL="95250" marR="95250" marT="76200" marB="76200" anchor="ctr">
                    <a:solidFill>
                      <a:srgbClr val="D5EAE5"/>
                    </a:solidFill>
                  </a:tcPr>
                </a:tc>
                <a:tc>
                  <a:txBody>
                    <a:bodyPr/>
                    <a:lstStyle/>
                    <a:p>
                      <a:r>
                        <a:rPr sz="1350">
                          <a:solidFill>
                            <a:srgbClr val="233746"/>
                          </a:solidFill>
                          <a:latin typeface="Malgun Gothic"/>
                          <a:ea typeface="Malgun Gothic"/>
                          <a:cs typeface="Malgun Gothic"/>
                        </a:rPr>
                        <a:t>36</a:t>
                      </a:r>
                    </a:p>
                    <a:p>
                      <a:r>
                        <a:rPr sz="1350">
                          <a:solidFill>
                            <a:srgbClr val="233746"/>
                          </a:solidFill>
                          <a:latin typeface="Malgun Gothic"/>
                          <a:ea typeface="Malgun Gothic"/>
                          <a:cs typeface="Malgun Gothic"/>
                        </a:rPr>
                        <a:t>3×6×2</a:t>
                      </a:r>
                    </a:p>
                  </a:txBody>
                  <a:tcPr marL="95250" marR="95250" marT="76200" marB="76200" anchor="ctr">
                    <a:solidFill>
                      <a:srgbClr val="E6EFEC"/>
                    </a:solidFill>
                  </a:tcPr>
                </a:tc>
              </a:tr>
              <a:tr h="928688">
                <a:tc>
                  <a:txBody>
                    <a:bodyPr/>
                    <a:lstStyle/>
                    <a:p>
                      <a:r>
                        <a:rPr sz="1350">
                          <a:solidFill>
                            <a:srgbClr val="233746"/>
                          </a:solidFill>
                          <a:latin typeface="Malgun Gothic"/>
                          <a:ea typeface="Malgun Gothic"/>
                          <a:cs typeface="Malgun Gothic"/>
                        </a:rPr>
                        <a:t>9-parent 탐색</a:t>
                      </a:r>
                    </a:p>
                  </a:txBody>
                  <a:tcPr marL="95250" marR="95250" marT="76200" marB="76200" anchor="ctr"/>
                </a:tc>
                <a:tc>
                  <a:txBody>
                    <a:bodyPr/>
                    <a:lstStyle/>
                    <a:p>
                      <a:r>
                        <a:rPr sz="1350">
                          <a:solidFill>
                            <a:srgbClr val="233746"/>
                          </a:solidFill>
                          <a:latin typeface="Malgun Gothic"/>
                          <a:ea typeface="Malgun Gothic"/>
                          <a:cs typeface="Malgun Gothic"/>
                        </a:rPr>
                        <a:t>parent 9</a:t>
                      </a:r>
                    </a:p>
                    <a:p>
                      <a:r>
                        <a:rPr sz="1350">
                          <a:solidFill>
                            <a:srgbClr val="233746"/>
                          </a:solidFill>
                          <a:latin typeface="Malgun Gothic"/>
                          <a:ea typeface="Malgun Gothic"/>
                          <a:cs typeface="Malgun Gothic"/>
                        </a:rPr>
                        <a:t>selected 27</a:t>
                      </a:r>
                    </a:p>
                  </a:txBody>
                  <a:tcPr marL="95250" marR="95250" marT="76200" marB="76200" anchor="ctr"/>
                </a:tc>
                <a:tc>
                  <a:txBody>
                    <a:bodyPr/>
                    <a:lstStyle/>
                    <a:p>
                      <a:r>
                        <a:rPr sz="1350">
                          <a:solidFill>
                            <a:srgbClr val="233746"/>
                          </a:solidFill>
                          <a:latin typeface="Malgun Gothic"/>
                          <a:ea typeface="Malgun Gothic"/>
                          <a:cs typeface="Malgun Gothic"/>
                        </a:rPr>
                        <a:t>234 시도 · 231 완료</a:t>
                      </a:r>
                    </a:p>
                    <a:p>
                      <a:r>
                        <a:rPr sz="1350">
                          <a:solidFill>
                            <a:srgbClr val="233746"/>
                          </a:solidFill>
                          <a:latin typeface="Malgun Gothic"/>
                          <a:ea typeface="Malgun Gothic"/>
                          <a:cs typeface="Malgun Gothic"/>
                        </a:rPr>
                        <a:t>3 실행 실패 · 91 제외</a:t>
                      </a:r>
                    </a:p>
                  </a:txBody>
                  <a:tcPr marL="95250" marR="95250" marT="76200" marB="76200" anchor="ctr"/>
                </a:tc>
                <a:tc>
                  <a:txBody>
                    <a:bodyPr/>
                    <a:lstStyle/>
                    <a:p>
                      <a:r>
                        <a:rPr sz="1350">
                          <a:solidFill>
                            <a:srgbClr val="233746"/>
                          </a:solidFill>
                          <a:latin typeface="Malgun Gothic"/>
                          <a:ea typeface="Malgun Gothic"/>
                          <a:cs typeface="Malgun Gothic"/>
                        </a:rPr>
                        <a:t>human 0</a:t>
                      </a:r>
                    </a:p>
                  </a:txBody>
                  <a:tcPr marL="95250" marR="95250" marT="76200" marB="76200" anchor="ctr"/>
                </a:tc>
                <a:tc>
                  <a:txBody>
                    <a:bodyPr/>
                    <a:lstStyle/>
                    <a:p>
                      <a:r>
                        <a:rPr sz="1350">
                          <a:solidFill>
                            <a:srgbClr val="233746"/>
                          </a:solidFill>
                          <a:latin typeface="Malgun Gothic"/>
                          <a:ea typeface="Malgun Gothic"/>
                          <a:cs typeface="Malgun Gothic"/>
                        </a:rPr>
                        <a:t>324</a:t>
                      </a:r>
                    </a:p>
                  </a:txBody>
                  <a:tcPr marL="95250" marR="95250" marT="76200" marB="76200" anchor="ctr"/>
                </a:tc>
              </a:tr>
              <a:tr h="928688">
                <a:tc>
                  <a:txBody>
                    <a:bodyPr/>
                    <a:lstStyle/>
                    <a:p>
                      <a:r>
                        <a:rPr sz="1350">
                          <a:solidFill>
                            <a:srgbClr val="233746"/>
                          </a:solidFill>
                          <a:latin typeface="Malgun Gothic"/>
                          <a:ea typeface="Malgun Gothic"/>
                          <a:cs typeface="Malgun Gothic"/>
                        </a:rPr>
                        <a:t>native20 진단</a:t>
                      </a:r>
                    </a:p>
                  </a:txBody>
                  <a:tcPr marL="95250" marR="95250" marT="76200" marB="76200" anchor="ctr"/>
                </a:tc>
                <a:tc>
                  <a:txBody>
                    <a:bodyPr/>
                    <a:lstStyle/>
                    <a:p>
                      <a:r>
                        <a:rPr sz="1350">
                          <a:solidFill>
                            <a:srgbClr val="233746"/>
                          </a:solidFill>
                          <a:latin typeface="Malgun Gothic"/>
                          <a:ea typeface="Malgun Gothic"/>
                          <a:cs typeface="Malgun Gothic"/>
                        </a:rPr>
                        <a:t>graph 20</a:t>
                      </a:r>
                    </a:p>
                  </a:txBody>
                  <a:tcPr marL="95250" marR="95250" marT="76200" marB="76200" anchor="ctr"/>
                </a:tc>
                <a:tc>
                  <a:txBody>
                    <a:bodyPr/>
                    <a:lstStyle/>
                    <a:p>
                      <a:r>
                        <a:rPr sz="1350">
                          <a:solidFill>
                            <a:srgbClr val="233746"/>
                          </a:solidFill>
                          <a:latin typeface="Malgun Gothic"/>
                          <a:ea typeface="Malgun Gothic"/>
                          <a:cs typeface="Malgun Gothic"/>
                        </a:rPr>
                        <a:t>20 완료 · pose pass 15</a:t>
                      </a:r>
                    </a:p>
                    <a:p>
                      <a:r>
                        <a:rPr sz="1350">
                          <a:solidFill>
                            <a:srgbClr val="233746"/>
                          </a:solidFill>
                          <a:latin typeface="Malgun Gothic"/>
                          <a:ea typeface="Malgun Gothic"/>
                          <a:cs typeface="Malgun Gothic"/>
                        </a:rPr>
                        <a:t>제외 5</a:t>
                      </a:r>
                    </a:p>
                  </a:txBody>
                  <a:tcPr marL="95250" marR="95250" marT="76200" marB="76200" anchor="ctr"/>
                </a:tc>
                <a:tc>
                  <a:txBody>
                    <a:bodyPr/>
                    <a:lstStyle/>
                    <a:p>
                      <a:r>
                        <a:rPr sz="1350">
                          <a:solidFill>
                            <a:srgbClr val="233746"/>
                          </a:solidFill>
                          <a:latin typeface="Malgun Gothic"/>
                          <a:ea typeface="Malgun Gothic"/>
                          <a:cs typeface="Malgun Gothic"/>
                        </a:rPr>
                        <a:t>strict 0</a:t>
                      </a:r>
                    </a:p>
                  </a:txBody>
                  <a:tcPr marL="95250" marR="95250" marT="76200" marB="76200" anchor="ctr"/>
                </a:tc>
                <a:tc>
                  <a:txBody>
                    <a:bodyPr/>
                    <a:lstStyle/>
                    <a:p>
                      <a:r>
                        <a:rPr sz="1350">
                          <a:solidFill>
                            <a:srgbClr val="233746"/>
                          </a:solidFill>
                          <a:latin typeface="Malgun Gothic"/>
                          <a:ea typeface="Malgun Gothic"/>
                          <a:cs typeface="Malgun Gothic"/>
                        </a:rPr>
                        <a:t>hypothesis 30</a:t>
                      </a:r>
                    </a:p>
                  </a:txBody>
                  <a:tcPr marL="95250" marR="95250" marT="76200" marB="76200" anchor="ctr"/>
                </a:tc>
              </a:tr>
            </a:tbl>
          </a:graphicData>
        </a:graphic>
      </p:graphicFrame>
      <p:sp>
        <p:nvSpPr>
          <p:cNvPr id="7" name="">
            <a:extLst xmlns:a="http://schemas.openxmlformats.org/drawingml/2006/main">
              <a:ext uri="{FF2B5EF4-FFF2-40B4-BE49-F238E27FC236}">
                <a16:creationId xmlns:a16="http://schemas.microsoft.com/office/drawing/2014/main" id="{CBC75332-8F95-40C6-A2CE-DF6471650DBE}"/>
              </a:ext>
            </a:extLst>
          </p:cNvPr>
          <p:cNvSpPr>
            <a:spLocks xmlns:a="http://schemas.openxmlformats.org/drawingml/2006/main" noGrp="1"/>
          </p:cNvSpPr>
          <p:nvPr/>
        </p:nvSpPr>
        <p:spPr>
          <a:xfrm xmlns:a="http://schemas.openxmlformats.org/drawingml/2006/main">
            <a:off x="628650" y="5619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A94442"/>
                </a:solidFill>
                <a:latin typeface="Malgun Gothic"/>
                <a:ea typeface="Malgun Gothic"/>
                <a:cs typeface="Malgun Gothic"/>
              </a:defRPr>
            </a:pPr>
            <a:r>
              <a:rPr sz="1650" b="1">
                <a:solidFill>
                  <a:srgbClr val="A94442"/>
                </a:solidFill>
                <a:latin typeface="Malgun Gothic"/>
                <a:ea typeface="Malgun Gothic"/>
                <a:cs typeface="Malgun Gothic"/>
              </a:rPr>
              <a:t>raw pose-qualified 8과 final strict 3은 같은 값이 아닙니다.</a:t>
            </a:r>
          </a:p>
        </p:txBody>
      </p:sp>
      <p:sp>
        <p:nvSpPr>
          <p:cNvPr id="8" name="">
            <a:extLst xmlns:a="http://schemas.openxmlformats.org/drawingml/2006/main">
              <a:ext uri="{FF2B5EF4-FFF2-40B4-BE49-F238E27FC236}">
                <a16:creationId xmlns:a16="http://schemas.microsoft.com/office/drawing/2014/main" id="{E4E43F25-4749-400A-A203-A6CFCFD7B612}"/>
              </a:ext>
            </a:extLst>
          </p:cNvPr>
          <p:cNvSpPr>
            <a:spLocks xmlns:a="http://schemas.openxmlformats.org/drawingml/2006/main" noGrp="1"/>
          </p:cNvSpPr>
          <p:nvPr/>
        </p:nvSpPr>
        <p:spPr>
          <a:xfrm xmlns:a="http://schemas.openxmlformats.org/drawingml/2006/main">
            <a:off x="609600" y="63722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67782"/>
                </a:solidFill>
                <a:latin typeface="Malgun Gothic"/>
                <a:ea typeface="Malgun Gothic"/>
                <a:cs typeface="Malgun Gothic"/>
              </a:defRPr>
            </a:pPr>
            <a:r>
              <a:rPr sz="1200" b="0">
                <a:solidFill>
                  <a:srgbClr val="667782"/>
                </a:solidFill>
                <a:latin typeface="Malgun Gothic"/>
                <a:ea typeface="Malgun Gothic"/>
                <a:cs typeface="Malgun Gothic"/>
              </a:rPr>
              <a:t>출처: v7_final_report.md 핵심 결과와 경계 · cohort compact-summary.json</a:t>
            </a:r>
          </a:p>
        </p:txBody>
      </p:sp>
    </p:spTree>
    <p:extLst>
      <p:ext uri="{BB962C8B-B14F-4D97-AF65-F5344CB8AC3E}">
        <p14:creationId xmlns:p14="http://schemas.microsoft.com/office/powerpoint/2010/main" val="71081928"/>
      </p:ext>
    </p:extLst>
  </p:cSld>
</p:sld>
</file>

<file path=ppt/slides/slide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3E89A5E-DDD6-4947-A971-252EEDDEAD3C}"/>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F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072ED1A-E438-4D20-9550-32FEB181179A}"/>
              </a:ext>
            </a:extLst>
          </p:cNvPr>
          <p:cNvSpPr>
            <a:spLocks xmlns:a="http://schemas.openxmlformats.org/drawingml/2006/main" noGrp="1"/>
          </p:cNvSpPr>
          <p:nvPr/>
        </p:nvSpPr>
        <p:spPr>
          <a:xfrm xmlns:a="http://schemas.openxmlformats.org/drawingml/2006/main">
            <a:off x="609600" y="2857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087F78"/>
                </a:solidFill>
                <a:latin typeface="Malgun Gothic"/>
                <a:ea typeface="Malgun Gothic"/>
                <a:cs typeface="Malgun Gothic"/>
              </a:defRPr>
            </a:pPr>
            <a:r>
              <a:rPr sz="1200" b="1">
                <a:solidFill>
                  <a:srgbClr val="087F78"/>
                </a:solidFill>
                <a:latin typeface="Malgun Gothic"/>
                <a:ea typeface="Malgun Gothic"/>
                <a:cs typeface="Malgun Gothic"/>
              </a:rPr>
              <a:t>05 · CALIBRATION</a:t>
            </a:r>
          </a:p>
        </p:txBody>
      </p:sp>
      <p:sp>
        <p:nvSpPr>
          <p:cNvPr id="3" name="">
            <a:extLst xmlns:a="http://schemas.openxmlformats.org/drawingml/2006/main">
              <a:ext uri="{FF2B5EF4-FFF2-40B4-BE49-F238E27FC236}">
                <a16:creationId xmlns:a16="http://schemas.microsoft.com/office/drawing/2014/main" id="{A7B5BADD-2BE9-4DFE-98A7-3CB32BDA41BE}"/>
              </a:ext>
            </a:extLst>
          </p:cNvPr>
          <p:cNvSpPr>
            <a:spLocks xmlns:a="http://schemas.openxmlformats.org/drawingml/2006/main" noGrp="1"/>
          </p:cNvSpPr>
          <p:nvPr/>
        </p:nvSpPr>
        <p:spPr>
          <a:xfrm xmlns:a="http://schemas.openxmlformats.org/drawingml/2006/main">
            <a:off x="609600" y="5905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12263A"/>
                </a:solidFill>
                <a:latin typeface="Malgun Gothic"/>
                <a:ea typeface="Malgun Gothic"/>
                <a:cs typeface="Malgun Gothic"/>
              </a:defRPr>
            </a:pPr>
            <a:r>
              <a:rPr sz="2700" b="1">
                <a:solidFill>
                  <a:srgbClr val="12263A"/>
                </a:solidFill>
                <a:latin typeface="Malgun Gothic"/>
                <a:ea typeface="Malgun Gothic"/>
                <a:cs typeface="Malgun Gothic"/>
              </a:rPr>
              <a:t>새 선택 규칙은 실행 전에 동결했습니다</a:t>
            </a:r>
          </a:p>
        </p:txBody>
      </p:sp>
      <p:sp>
        <p:nvSpPr>
          <p:cNvPr id="4" name="">
            <a:extLst xmlns:a="http://schemas.openxmlformats.org/drawingml/2006/main">
              <a:ext uri="{FF2B5EF4-FFF2-40B4-BE49-F238E27FC236}">
                <a16:creationId xmlns:a16="http://schemas.microsoft.com/office/drawing/2014/main" id="{DDE40C8E-2CA9-4ABB-AA75-2BD307FCE73A}"/>
              </a:ext>
            </a:extLst>
          </p:cNvPr>
          <p:cNvSpPr>
            <a:spLocks xmlns:a="http://schemas.openxmlformats.org/drawingml/2006/main" noGrp="1"/>
          </p:cNvSpPr>
          <p:nvPr/>
        </p:nvSpPr>
        <p:spPr>
          <a:xfrm xmlns:a="http://schemas.openxmlformats.org/drawingml/2006/main">
            <a:off x="628650" y="113347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667782"/>
                </a:solidFill>
                <a:latin typeface="Malgun Gothic"/>
                <a:ea typeface="Malgun Gothic"/>
                <a:cs typeface="Malgun Gothic"/>
              </a:defRPr>
            </a:pPr>
            <a:r>
              <a:rPr sz="1500" b="0">
                <a:solidFill>
                  <a:srgbClr val="667782"/>
                </a:solidFill>
                <a:latin typeface="Malgun Gothic"/>
                <a:ea typeface="Malgun Gothic"/>
                <a:cs typeface="Malgun Gothic"/>
              </a:rPr>
              <a:t>동일한 새 seed 5개에서 complex-ipLDDT와 confidence를 비교</a:t>
            </a:r>
          </a:p>
        </p:txBody>
      </p:sp>
      <p:sp>
        <p:nvSpPr>
          <p:cNvPr id="5" name="">
            <a:extLst xmlns:a="http://schemas.openxmlformats.org/drawingml/2006/main">
              <a:ext uri="{FF2B5EF4-FFF2-40B4-BE49-F238E27FC236}">
                <a16:creationId xmlns:a16="http://schemas.microsoft.com/office/drawing/2014/main" id="{B365F088-A520-4E4D-A9AA-D86F3FFAA094}"/>
              </a:ext>
            </a:extLst>
          </p:cNvPr>
          <p:cNvSpPr>
            <a:spLocks xmlns:a="http://schemas.openxmlformats.org/drawingml/2006/main" noGrp="1"/>
          </p:cNvSpPr>
          <p:nvPr/>
        </p:nvSpPr>
        <p:spPr>
          <a:xfrm xmlns:a="http://schemas.openxmlformats.org/drawingml/2006/main">
            <a:off x="11049000" y="638175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1">
                <a:solidFill>
                  <a:srgbClr val="667782"/>
                </a:solidFill>
                <a:latin typeface="Malgun Gothic"/>
                <a:ea typeface="Malgun Gothic"/>
                <a:cs typeface="Malgun Gothic"/>
              </a:defRPr>
            </a:pPr>
            <a:r>
              <a:rPr sz="1050" b="1">
                <a:solidFill>
                  <a:srgbClr val="667782"/>
                </a:solidFill>
                <a:latin typeface="Malgun Gothic"/>
                <a:ea typeface="Malgun Gothic"/>
                <a:cs typeface="Malgun Gothic"/>
              </a:rPr>
              <a:t>06</a:t>
            </a:r>
          </a:p>
        </p:txBody>
      </p:sp>
      <p:graphicFrame>
        <p:nvGraphicFramePr>
          <p:cNvPr id="19" name="Chart"/>
          <p:cNvGraphicFramePr/>
          <p:nvPr/>
        </p:nvGraphicFramePr>
        <p:xfrm>
          <a:off xmlns:a="http://schemas.openxmlformats.org/drawingml/2006/main" x="666750" y="1695450"/>
          <a:ext xmlns:a="http://schemas.openxmlformats.org/drawingml/2006/main" cx="7524750" cy="3714750"/>
        </p:xfrm>
        <a:graphic xmlns:a="http://schemas.openxmlformats.org/drawingml/2006/main">
          <a:graphicData uri="http://schemas.openxmlformats.org/drawingml/2006/chart">
            <c:chart xmlns:r="http://schemas.openxmlformats.org/officeDocument/2006/relationships" xmlns:c="http://schemas.openxmlformats.org/drawingml/2006/chart" r:id="R637d8051819a463d"/>
          </a:graphicData>
        </a:graphic>
      </p:graphicFrame>
      <p:sp>
        <p:nvSpPr>
          <p:cNvPr id="7" name="">
            <a:extLst xmlns:a="http://schemas.openxmlformats.org/drawingml/2006/main">
              <a:ext uri="{FF2B5EF4-FFF2-40B4-BE49-F238E27FC236}">
                <a16:creationId xmlns:a16="http://schemas.microsoft.com/office/drawing/2014/main" id="{ED1576EE-B2E9-432B-B2E4-65101B6F1148}"/>
              </a:ext>
            </a:extLst>
          </p:cNvPr>
          <p:cNvSpPr>
            <a:spLocks xmlns:a="http://schemas.openxmlformats.org/drawingml/2006/main" noGrp="1"/>
          </p:cNvSpPr>
          <p:nvPr/>
        </p:nvSpPr>
        <p:spPr>
          <a:xfrm xmlns:a="http://schemas.openxmlformats.org/drawingml/2006/main">
            <a:off x="8858250" y="1952625"/>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650" b="1">
                <a:solidFill>
                  <a:srgbClr val="667782"/>
                </a:solidFill>
                <a:latin typeface="Malgun Gothic"/>
                <a:ea typeface="Malgun Gothic"/>
                <a:cs typeface="Malgun Gothic"/>
              </a:defRPr>
            </a:pPr>
            <a:r>
              <a:rPr sz="1650" b="1">
                <a:solidFill>
                  <a:srgbClr val="667782"/>
                </a:solidFill>
                <a:latin typeface="Malgun Gothic"/>
                <a:ea typeface="Malgun Gothic"/>
                <a:cs typeface="Malgun Gothic"/>
              </a:rPr>
              <a:t>분모</a:t>
            </a:r>
          </a:p>
        </p:txBody>
      </p:sp>
      <p:sp>
        <p:nvSpPr>
          <p:cNvPr id="8" name="">
            <a:extLst xmlns:a="http://schemas.openxmlformats.org/drawingml/2006/main">
              <a:ext uri="{FF2B5EF4-FFF2-40B4-BE49-F238E27FC236}">
                <a16:creationId xmlns:a16="http://schemas.microsoft.com/office/drawing/2014/main" id="{6D5EAD19-3B35-438A-B454-B7FD01800DF4}"/>
              </a:ext>
            </a:extLst>
          </p:cNvPr>
          <p:cNvSpPr>
            <a:spLocks xmlns:a="http://schemas.openxmlformats.org/drawingml/2006/main" noGrp="1"/>
          </p:cNvSpPr>
          <p:nvPr/>
        </p:nvSpPr>
        <p:spPr>
          <a:xfrm xmlns:a="http://schemas.openxmlformats.org/drawingml/2006/main">
            <a:off x="8763000" y="2266950"/>
            <a:ext cx="2190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6600" b="1">
                <a:solidFill>
                  <a:srgbClr val="12263A"/>
                </a:solidFill>
                <a:latin typeface="Malgun Gothic"/>
                <a:ea typeface="Malgun Gothic"/>
                <a:cs typeface="Malgun Gothic"/>
              </a:defRPr>
            </a:pPr>
            <a:r>
              <a:rPr sz="6600" b="1">
                <a:solidFill>
                  <a:srgbClr val="12263A"/>
                </a:solidFill>
                <a:latin typeface="Malgun Gothic"/>
                <a:ea typeface="Malgun Gothic"/>
                <a:cs typeface="Malgun Gothic"/>
              </a:rPr>
              <a:t>5</a:t>
            </a:r>
          </a:p>
        </p:txBody>
      </p:sp>
      <p:sp>
        <p:nvSpPr>
          <p:cNvPr id="9" name="">
            <a:extLst xmlns:a="http://schemas.openxmlformats.org/drawingml/2006/main">
              <a:ext uri="{FF2B5EF4-FFF2-40B4-BE49-F238E27FC236}">
                <a16:creationId xmlns:a16="http://schemas.microsoft.com/office/drawing/2014/main" id="{B5995ECA-E305-404C-8E35-A592A8BE7411}"/>
              </a:ext>
            </a:extLst>
          </p:cNvPr>
          <p:cNvSpPr>
            <a:spLocks xmlns:a="http://schemas.openxmlformats.org/drawingml/2006/main" noGrp="1"/>
          </p:cNvSpPr>
          <p:nvPr/>
        </p:nvSpPr>
        <p:spPr>
          <a:xfrm xmlns:a="http://schemas.openxmlformats.org/drawingml/2006/main">
            <a:off x="8763000" y="3286125"/>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087F78"/>
                </a:solidFill>
                <a:latin typeface="Malgun Gothic"/>
                <a:ea typeface="Malgun Gothic"/>
                <a:cs typeface="Malgun Gothic"/>
              </a:defRPr>
            </a:pPr>
            <a:r>
              <a:rPr sz="1800" b="1">
                <a:solidFill>
                  <a:srgbClr val="087F78"/>
                </a:solidFill>
                <a:latin typeface="Malgun Gothic"/>
                <a:ea typeface="Malgun Gothic"/>
                <a:cs typeface="Malgun Gothic"/>
              </a:rPr>
              <a:t>NEW seeds</a:t>
            </a:r>
          </a:p>
        </p:txBody>
      </p:sp>
      <p:sp>
        <p:nvSpPr>
          <p:cNvPr id="10" name="">
            <a:extLst xmlns:a="http://schemas.openxmlformats.org/drawingml/2006/main">
              <a:ext uri="{FF2B5EF4-FFF2-40B4-BE49-F238E27FC236}">
                <a16:creationId xmlns:a16="http://schemas.microsoft.com/office/drawing/2014/main" id="{9ECC6535-19E4-4398-8A2D-5A438C0AC045}"/>
              </a:ext>
            </a:extLst>
          </p:cNvPr>
          <p:cNvSpPr>
            <a:spLocks xmlns:a="http://schemas.openxmlformats.org/drawingml/2006/main" noGrp="1"/>
          </p:cNvSpPr>
          <p:nvPr/>
        </p:nvSpPr>
        <p:spPr>
          <a:xfrm xmlns:a="http://schemas.openxmlformats.org/drawingml/2006/main">
            <a:off x="8858250" y="3952875"/>
            <a:ext cx="2000250" cy="876300"/>
          </a:xfrm>
          <a:prstGeom xmlns:a="http://schemas.openxmlformats.org/drawingml/2006/main" prst="roundRect">
            <a:avLst>
              <a:gd name="adj" fmla="val 8696"/>
            </a:avLst>
          </a:prstGeom>
          <a:solidFill xmlns:a="http://schemas.openxmlformats.org/drawingml/2006/main">
            <a:srgbClr val="E6EFEC"/>
          </a:solidFill>
          <a:ln xmlns:a="http://schemas.openxmlformats.org/drawingml/2006/main" w="9525">
            <a:solidFill>
              <a:srgbClr val="CAD5D1"/>
            </a:solidFill>
          </a:ln>
        </p:spPr>
      </p:sp>
      <p:sp>
        <p:nvSpPr>
          <p:cNvPr id="11" name="">
            <a:extLst xmlns:a="http://schemas.openxmlformats.org/drawingml/2006/main">
              <a:ext uri="{FF2B5EF4-FFF2-40B4-BE49-F238E27FC236}">
                <a16:creationId xmlns:a16="http://schemas.microsoft.com/office/drawing/2014/main" id="{0173B273-6DF1-430C-93F5-69FD9D7E08F8}"/>
              </a:ext>
            </a:extLst>
          </p:cNvPr>
          <p:cNvSpPr>
            <a:spLocks xmlns:a="http://schemas.openxmlformats.org/drawingml/2006/main" noGrp="1"/>
          </p:cNvSpPr>
          <p:nvPr/>
        </p:nvSpPr>
        <p:spPr>
          <a:xfrm xmlns:a="http://schemas.openxmlformats.org/drawingml/2006/main">
            <a:off x="8991600" y="4057650"/>
            <a:ext cx="1733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12263A"/>
                </a:solidFill>
                <a:latin typeface="Malgun Gothic"/>
                <a:ea typeface="Malgun Gothic"/>
                <a:cs typeface="Malgun Gothic"/>
              </a:defRPr>
            </a:pPr>
            <a:r>
              <a:rPr sz="1800" b="1">
                <a:solidFill>
                  <a:srgbClr val="12263A"/>
                </a:solidFill>
                <a:latin typeface="Malgun Gothic"/>
                <a:ea typeface="Malgun Gothic"/>
                <a:cs typeface="Malgun Gothic"/>
              </a:rPr>
              <a:t>raw 25</a:t>
            </a:r>
          </a:p>
          <a:p xmlns:a="http://schemas.openxmlformats.org/drawingml/2006/main">
            <a:pPr algn="ctr">
              <a:defRPr sz="1800" b="1">
                <a:solidFill>
                  <a:srgbClr val="12263A"/>
                </a:solidFill>
                <a:latin typeface="Malgun Gothic"/>
                <a:ea typeface="Malgun Gothic"/>
                <a:cs typeface="Malgun Gothic"/>
              </a:defRPr>
            </a:pPr>
            <a:r>
              <a:rPr sz="1800" b="1">
                <a:solidFill>
                  <a:srgbClr val="12263A"/>
                </a:solidFill>
                <a:latin typeface="Malgun Gothic"/>
                <a:ea typeface="Malgun Gothic"/>
                <a:cs typeface="Malgun Gothic"/>
              </a:rPr>
              <a:t>pass 10</a:t>
            </a:r>
          </a:p>
        </p:txBody>
      </p:sp>
      <p:sp>
        <p:nvSpPr>
          <p:cNvPr id="12" name="">
            <a:extLst xmlns:a="http://schemas.openxmlformats.org/drawingml/2006/main">
              <a:ext uri="{FF2B5EF4-FFF2-40B4-BE49-F238E27FC236}">
                <a16:creationId xmlns:a16="http://schemas.microsoft.com/office/drawing/2014/main" id="{FC3FAF53-6464-41EA-9F16-950EF22155E7}"/>
              </a:ext>
            </a:extLst>
          </p:cNvPr>
          <p:cNvSpPr>
            <a:spLocks xmlns:a="http://schemas.openxmlformats.org/drawingml/2006/main" noGrp="1"/>
          </p:cNvSpPr>
          <p:nvPr/>
        </p:nvSpPr>
        <p:spPr>
          <a:xfrm xmlns:a="http://schemas.openxmlformats.org/drawingml/2006/main">
            <a:off x="704850" y="56388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A94442"/>
                </a:solidFill>
                <a:latin typeface="Malgun Gothic"/>
                <a:ea typeface="Malgun Gothic"/>
                <a:cs typeface="Malgun Gothic"/>
              </a:defRPr>
            </a:pPr>
            <a:r>
              <a:rPr sz="1575" b="1">
                <a:solidFill>
                  <a:srgbClr val="A94442"/>
                </a:solidFill>
                <a:latin typeface="Malgun Gothic"/>
                <a:ea typeface="Malgun Gothic"/>
                <a:cs typeface="Malgun Gothic"/>
              </a:rPr>
              <a:t>같은 6BOY seed holdout입니다. 독립 표적 검증이나 통계적 우월성 주장이 아닙니다.</a:t>
            </a:r>
          </a:p>
        </p:txBody>
      </p:sp>
      <p:sp>
        <p:nvSpPr>
          <p:cNvPr id="13" name="">
            <a:extLst xmlns:a="http://schemas.openxmlformats.org/drawingml/2006/main">
              <a:ext uri="{FF2B5EF4-FFF2-40B4-BE49-F238E27FC236}">
                <a16:creationId xmlns:a16="http://schemas.microsoft.com/office/drawing/2014/main" id="{077C1DD8-53D3-4C33-9B14-7EA02080BC08}"/>
              </a:ext>
            </a:extLst>
          </p:cNvPr>
          <p:cNvSpPr>
            <a:spLocks xmlns:a="http://schemas.openxmlformats.org/drawingml/2006/main" noGrp="1"/>
          </p:cNvSpPr>
          <p:nvPr/>
        </p:nvSpPr>
        <p:spPr>
          <a:xfrm xmlns:a="http://schemas.openxmlformats.org/drawingml/2006/main">
            <a:off x="609600" y="63722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67782"/>
                </a:solidFill>
                <a:latin typeface="Malgun Gothic"/>
                <a:ea typeface="Malgun Gothic"/>
                <a:cs typeface="Malgun Gothic"/>
              </a:defRPr>
            </a:pPr>
            <a:r>
              <a:rPr sz="1200" b="0">
                <a:solidFill>
                  <a:srgbClr val="667782"/>
                </a:solidFill>
                <a:latin typeface="Malgun Gothic"/>
                <a:ea typeface="Malgun Gothic"/>
                <a:cs typeface="Malgun Gothic"/>
              </a:rPr>
              <a:t>출처: calibration-holdout/protocol-summary.json · v7_final_report.md</a:t>
            </a:r>
          </a:p>
        </p:txBody>
      </p:sp>
    </p:spTree>
    <p:extLst>
      <p:ext uri="{BB962C8B-B14F-4D97-AF65-F5344CB8AC3E}">
        <p14:creationId xmlns:p14="http://schemas.microsoft.com/office/powerpoint/2010/main" val="1050601260"/>
      </p:ext>
    </p:extLst>
  </p:cSld>
</p:sld>
</file>

<file path=ppt/slides/slide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E4D32F6-3465-4E75-9E39-4B6C8EBF9D93}"/>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F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20F8E40-D4CC-4CFC-96F8-1B2DE46E278E}"/>
              </a:ext>
            </a:extLst>
          </p:cNvPr>
          <p:cNvSpPr>
            <a:spLocks xmlns:a="http://schemas.openxmlformats.org/drawingml/2006/main" noGrp="1"/>
          </p:cNvSpPr>
          <p:nvPr/>
        </p:nvSpPr>
        <p:spPr>
          <a:xfrm xmlns:a="http://schemas.openxmlformats.org/drawingml/2006/main">
            <a:off x="609600" y="2857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087F78"/>
                </a:solidFill>
                <a:latin typeface="Malgun Gothic"/>
                <a:ea typeface="Malgun Gothic"/>
                <a:cs typeface="Malgun Gothic"/>
              </a:defRPr>
            </a:pPr>
            <a:r>
              <a:rPr sz="1200" b="1">
                <a:solidFill>
                  <a:srgbClr val="087F78"/>
                </a:solidFill>
                <a:latin typeface="Malgun Gothic"/>
                <a:ea typeface="Malgun Gothic"/>
                <a:cs typeface="Malgun Gothic"/>
              </a:rPr>
              <a:t>06 · NOVEL EVIDENCE</a:t>
            </a:r>
          </a:p>
        </p:txBody>
      </p:sp>
      <p:sp>
        <p:nvSpPr>
          <p:cNvPr id="3" name="">
            <a:extLst xmlns:a="http://schemas.openxmlformats.org/drawingml/2006/main">
              <a:ext uri="{FF2B5EF4-FFF2-40B4-BE49-F238E27FC236}">
                <a16:creationId xmlns:a16="http://schemas.microsoft.com/office/drawing/2014/main" id="{2A38C955-7BA9-49A0-852A-981851466501}"/>
              </a:ext>
            </a:extLst>
          </p:cNvPr>
          <p:cNvSpPr>
            <a:spLocks xmlns:a="http://schemas.openxmlformats.org/drawingml/2006/main" noGrp="1"/>
          </p:cNvSpPr>
          <p:nvPr/>
        </p:nvSpPr>
        <p:spPr>
          <a:xfrm xmlns:a="http://schemas.openxmlformats.org/drawingml/2006/main">
            <a:off x="609600" y="5905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12263A"/>
                </a:solidFill>
                <a:latin typeface="Malgun Gothic"/>
                <a:ea typeface="Malgun Gothic"/>
                <a:cs typeface="Malgun Gothic"/>
              </a:defRPr>
            </a:pPr>
            <a:r>
              <a:rPr sz="2700" b="1">
                <a:solidFill>
                  <a:srgbClr val="12263A"/>
                </a:solidFill>
                <a:latin typeface="Malgun Gothic"/>
                <a:ea typeface="Malgun Gothic"/>
                <a:cs typeface="Malgun Gothic"/>
              </a:rPr>
              <a:t>반복 계산과 pKa 근거를 추가했습니다</a:t>
            </a:r>
          </a:p>
        </p:txBody>
      </p:sp>
      <p:sp>
        <p:nvSpPr>
          <p:cNvPr id="4" name="">
            <a:extLst xmlns:a="http://schemas.openxmlformats.org/drawingml/2006/main">
              <a:ext uri="{FF2B5EF4-FFF2-40B4-BE49-F238E27FC236}">
                <a16:creationId xmlns:a16="http://schemas.microsoft.com/office/drawing/2014/main" id="{73167403-8229-4D67-B840-7FD35C3D78BD}"/>
              </a:ext>
            </a:extLst>
          </p:cNvPr>
          <p:cNvSpPr>
            <a:spLocks xmlns:a="http://schemas.openxmlformats.org/drawingml/2006/main" noGrp="1"/>
          </p:cNvSpPr>
          <p:nvPr/>
        </p:nvSpPr>
        <p:spPr>
          <a:xfrm xmlns:a="http://schemas.openxmlformats.org/drawingml/2006/main">
            <a:off x="628650" y="113347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667782"/>
                </a:solidFill>
                <a:latin typeface="Malgun Gothic"/>
                <a:ea typeface="Malgun Gothic"/>
                <a:cs typeface="Malgun Gothic"/>
              </a:defRPr>
            </a:pPr>
            <a:r>
              <a:rPr sz="1500" b="0">
                <a:solidFill>
                  <a:srgbClr val="667782"/>
                </a:solidFill>
                <a:latin typeface="Malgun Gothic"/>
                <a:ea typeface="Malgun Gothic"/>
                <a:cs typeface="Malgun Gothic"/>
              </a:rPr>
              <a:t>novel geometry와 pKa를 서로 다른 증거로 보존</a:t>
            </a:r>
          </a:p>
        </p:txBody>
      </p:sp>
      <p:sp>
        <p:nvSpPr>
          <p:cNvPr id="5" name="">
            <a:extLst xmlns:a="http://schemas.openxmlformats.org/drawingml/2006/main">
              <a:ext uri="{FF2B5EF4-FFF2-40B4-BE49-F238E27FC236}">
                <a16:creationId xmlns:a16="http://schemas.microsoft.com/office/drawing/2014/main" id="{887F67AC-B949-4B16-91FA-34180130421E}"/>
              </a:ext>
            </a:extLst>
          </p:cNvPr>
          <p:cNvSpPr>
            <a:spLocks xmlns:a="http://schemas.openxmlformats.org/drawingml/2006/main" noGrp="1"/>
          </p:cNvSpPr>
          <p:nvPr/>
        </p:nvSpPr>
        <p:spPr>
          <a:xfrm xmlns:a="http://schemas.openxmlformats.org/drawingml/2006/main">
            <a:off x="11049000" y="638175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1">
                <a:solidFill>
                  <a:srgbClr val="667782"/>
                </a:solidFill>
                <a:latin typeface="Malgun Gothic"/>
                <a:ea typeface="Malgun Gothic"/>
                <a:cs typeface="Malgun Gothic"/>
              </a:defRPr>
            </a:pPr>
            <a:r>
              <a:rPr sz="1050" b="1">
                <a:solidFill>
                  <a:srgbClr val="667782"/>
                </a:solidFill>
                <a:latin typeface="Malgun Gothic"/>
                <a:ea typeface="Malgun Gothic"/>
                <a:cs typeface="Malgun Gothic"/>
              </a:rPr>
              <a:t>07</a:t>
            </a:r>
          </a:p>
        </p:txBody>
      </p:sp>
      <p:sp>
        <p:nvSpPr>
          <p:cNvPr id="6" name="">
            <a:extLst xmlns:a="http://schemas.openxmlformats.org/drawingml/2006/main">
              <a:ext uri="{FF2B5EF4-FFF2-40B4-BE49-F238E27FC236}">
                <a16:creationId xmlns:a16="http://schemas.microsoft.com/office/drawing/2014/main" id="{73D381D8-67B0-43A4-8A33-2C742F166E51}"/>
              </a:ext>
            </a:extLst>
          </p:cNvPr>
          <p:cNvSpPr>
            <a:spLocks xmlns:a="http://schemas.openxmlformats.org/drawingml/2006/main" noGrp="1"/>
          </p:cNvSpPr>
          <p:nvPr/>
        </p:nvSpPr>
        <p:spPr>
          <a:xfrm xmlns:a="http://schemas.openxmlformats.org/drawingml/2006/main">
            <a:off x="723900" y="175260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087F78"/>
                </a:solidFill>
                <a:latin typeface="Malgun Gothic"/>
                <a:ea typeface="Malgun Gothic"/>
                <a:cs typeface="Malgun Gothic"/>
              </a:defRPr>
            </a:pPr>
            <a:r>
              <a:rPr sz="1800" b="1">
                <a:solidFill>
                  <a:srgbClr val="087F78"/>
                </a:solidFill>
                <a:latin typeface="Malgun Gothic"/>
                <a:ea typeface="Malgun Gothic"/>
                <a:cs typeface="Malgun Gothic"/>
              </a:rPr>
              <a:t>Novel ternary</a:t>
            </a:r>
          </a:p>
        </p:txBody>
      </p:sp>
      <p:sp>
        <p:nvSpPr>
          <p:cNvPr id="7" name="">
            <a:extLst xmlns:a="http://schemas.openxmlformats.org/drawingml/2006/main">
              <a:ext uri="{FF2B5EF4-FFF2-40B4-BE49-F238E27FC236}">
                <a16:creationId xmlns:a16="http://schemas.microsoft.com/office/drawing/2014/main" id="{ABCD97B1-8866-4AFE-A0FD-B97B5194B48D}"/>
              </a:ext>
            </a:extLst>
          </p:cNvPr>
          <p:cNvSpPr>
            <a:spLocks xmlns:a="http://schemas.openxmlformats.org/drawingml/2006/main" noGrp="1"/>
          </p:cNvSpPr>
          <p:nvPr/>
        </p:nvSpPr>
        <p:spPr>
          <a:xfrm xmlns:a="http://schemas.openxmlformats.org/drawingml/2006/main">
            <a:off x="723900" y="215265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050" b="1">
                <a:solidFill>
                  <a:srgbClr val="087F78"/>
                </a:solidFill>
                <a:latin typeface="Malgun Gothic"/>
                <a:ea typeface="Malgun Gothic"/>
                <a:cs typeface="Malgun Gothic"/>
              </a:defRPr>
            </a:pPr>
            <a:r>
              <a:rPr sz="4050" b="1">
                <a:solidFill>
                  <a:srgbClr val="087F78"/>
                </a:solidFill>
                <a:latin typeface="Malgun Gothic"/>
                <a:ea typeface="Malgun Gothic"/>
                <a:cs typeface="Malgun Gothic"/>
              </a:rPr>
              <a:t>2 × 5</a:t>
            </a:r>
          </a:p>
        </p:txBody>
      </p:sp>
      <p:sp>
        <p:nvSpPr>
          <p:cNvPr id="8" name="">
            <a:extLst xmlns:a="http://schemas.openxmlformats.org/drawingml/2006/main">
              <a:ext uri="{FF2B5EF4-FFF2-40B4-BE49-F238E27FC236}">
                <a16:creationId xmlns:a16="http://schemas.microsoft.com/office/drawing/2014/main" id="{36F0CCB0-44D3-45D9-BD89-50B6476D676F}"/>
              </a:ext>
            </a:extLst>
          </p:cNvPr>
          <p:cNvSpPr>
            <a:spLocks xmlns:a="http://schemas.openxmlformats.org/drawingml/2006/main" noGrp="1"/>
          </p:cNvSpPr>
          <p:nvPr/>
        </p:nvSpPr>
        <p:spPr>
          <a:xfrm xmlns:a="http://schemas.openxmlformats.org/drawingml/2006/main">
            <a:off x="723900" y="2781300"/>
            <a:ext cx="314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233746"/>
                </a:solidFill>
                <a:latin typeface="Malgun Gothic"/>
                <a:ea typeface="Malgun Gothic"/>
                <a:cs typeface="Malgun Gothic"/>
              </a:defRPr>
            </a:pPr>
            <a:r>
              <a:rPr sz="1500" b="0">
                <a:solidFill>
                  <a:srgbClr val="233746"/>
                </a:solidFill>
                <a:latin typeface="Malgun Gothic"/>
                <a:ea typeface="Malgun Gothic"/>
                <a:cs typeface="Malgun Gothic"/>
              </a:rPr>
              <a:t>후보 2개 · seed 5개</a:t>
            </a:r>
          </a:p>
        </p:txBody>
      </p:sp>
      <p:sp>
        <p:nvSpPr>
          <p:cNvPr id="9" name="">
            <a:extLst xmlns:a="http://schemas.openxmlformats.org/drawingml/2006/main">
              <a:ext uri="{FF2B5EF4-FFF2-40B4-BE49-F238E27FC236}">
                <a16:creationId xmlns:a16="http://schemas.microsoft.com/office/drawing/2014/main" id="{B3F04B8D-B111-4023-9771-3399B9442EDB}"/>
              </a:ext>
            </a:extLst>
          </p:cNvPr>
          <p:cNvSpPr>
            <a:spLocks xmlns:a="http://schemas.openxmlformats.org/drawingml/2006/main" noGrp="1"/>
          </p:cNvSpPr>
          <p:nvPr/>
        </p:nvSpPr>
        <p:spPr>
          <a:xfrm xmlns:a="http://schemas.openxmlformats.org/drawingml/2006/main">
            <a:off x="4000500" y="2152650"/>
            <a:ext cx="1809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050" b="1">
                <a:solidFill>
                  <a:srgbClr val="12263A"/>
                </a:solidFill>
                <a:latin typeface="Malgun Gothic"/>
                <a:ea typeface="Malgun Gothic"/>
                <a:cs typeface="Malgun Gothic"/>
              </a:defRPr>
            </a:pPr>
            <a:r>
              <a:rPr sz="4050" b="1">
                <a:solidFill>
                  <a:srgbClr val="12263A"/>
                </a:solidFill>
                <a:latin typeface="Malgun Gothic"/>
                <a:ea typeface="Malgun Gothic"/>
                <a:cs typeface="Malgun Gothic"/>
              </a:rPr>
              <a:t>50</a:t>
            </a:r>
          </a:p>
        </p:txBody>
      </p:sp>
      <p:sp>
        <p:nvSpPr>
          <p:cNvPr id="10" name="">
            <a:extLst xmlns:a="http://schemas.openxmlformats.org/drawingml/2006/main">
              <a:ext uri="{FF2B5EF4-FFF2-40B4-BE49-F238E27FC236}">
                <a16:creationId xmlns:a16="http://schemas.microsoft.com/office/drawing/2014/main" id="{A34D96EA-0618-423C-96A2-6CA5ECDA4CF3}"/>
              </a:ext>
            </a:extLst>
          </p:cNvPr>
          <p:cNvSpPr>
            <a:spLocks xmlns:a="http://schemas.openxmlformats.org/drawingml/2006/main" noGrp="1"/>
          </p:cNvSpPr>
          <p:nvPr/>
        </p:nvSpPr>
        <p:spPr>
          <a:xfrm xmlns:a="http://schemas.openxmlformats.org/drawingml/2006/main">
            <a:off x="4000500" y="2781300"/>
            <a:ext cx="1809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233746"/>
                </a:solidFill>
                <a:latin typeface="Malgun Gothic"/>
                <a:ea typeface="Malgun Gothic"/>
                <a:cs typeface="Malgun Gothic"/>
              </a:defRPr>
            </a:pPr>
            <a:r>
              <a:rPr sz="1500" b="0">
                <a:solidFill>
                  <a:srgbClr val="233746"/>
                </a:solidFill>
                <a:latin typeface="Malgun Gothic"/>
                <a:ea typeface="Malgun Gothic"/>
                <a:cs typeface="Malgun Gothic"/>
              </a:rPr>
              <a:t>raw models</a:t>
            </a:r>
          </a:p>
        </p:txBody>
      </p:sp>
      <p:sp>
        <p:nvSpPr>
          <p:cNvPr id="11" name="">
            <a:extLst xmlns:a="http://schemas.openxmlformats.org/drawingml/2006/main">
              <a:ext uri="{FF2B5EF4-FFF2-40B4-BE49-F238E27FC236}">
                <a16:creationId xmlns:a16="http://schemas.microsoft.com/office/drawing/2014/main" id="{D33B6930-BDA4-40EC-80C7-F99B2F0FFE1F}"/>
              </a:ext>
            </a:extLst>
          </p:cNvPr>
          <p:cNvSpPr>
            <a:spLocks xmlns:a="http://schemas.openxmlformats.org/drawingml/2006/main" noGrp="1"/>
          </p:cNvSpPr>
          <p:nvPr/>
        </p:nvSpPr>
        <p:spPr>
          <a:xfrm xmlns:a="http://schemas.openxmlformats.org/drawingml/2006/main">
            <a:off x="5905500" y="2152650"/>
            <a:ext cx="209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050" b="1">
                <a:solidFill>
                  <a:srgbClr val="087F78"/>
                </a:solidFill>
                <a:latin typeface="Malgun Gothic"/>
                <a:ea typeface="Malgun Gothic"/>
                <a:cs typeface="Malgun Gothic"/>
              </a:defRPr>
            </a:pPr>
            <a:r>
              <a:rPr sz="4050" b="1">
                <a:solidFill>
                  <a:srgbClr val="087F78"/>
                </a:solidFill>
                <a:latin typeface="Malgun Gothic"/>
                <a:ea typeface="Malgun Gothic"/>
                <a:cs typeface="Malgun Gothic"/>
              </a:rPr>
              <a:t>10</a:t>
            </a:r>
          </a:p>
        </p:txBody>
      </p:sp>
      <p:sp>
        <p:nvSpPr>
          <p:cNvPr id="12" name="">
            <a:extLst xmlns:a="http://schemas.openxmlformats.org/drawingml/2006/main">
              <a:ext uri="{FF2B5EF4-FFF2-40B4-BE49-F238E27FC236}">
                <a16:creationId xmlns:a16="http://schemas.microsoft.com/office/drawing/2014/main" id="{064B5A62-BC5B-415B-800D-6A746A745735}"/>
              </a:ext>
            </a:extLst>
          </p:cNvPr>
          <p:cNvSpPr>
            <a:spLocks xmlns:a="http://schemas.openxmlformats.org/drawingml/2006/main" noGrp="1"/>
          </p:cNvSpPr>
          <p:nvPr/>
        </p:nvSpPr>
        <p:spPr>
          <a:xfrm xmlns:a="http://schemas.openxmlformats.org/drawingml/2006/main">
            <a:off x="5905500" y="2781300"/>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233746"/>
                </a:solidFill>
                <a:latin typeface="Malgun Gothic"/>
                <a:ea typeface="Malgun Gothic"/>
                <a:cs typeface="Malgun Gothic"/>
              </a:defRPr>
            </a:pPr>
            <a:r>
              <a:rPr sz="1500" b="0">
                <a:solidFill>
                  <a:srgbClr val="233746"/>
                </a:solidFill>
                <a:latin typeface="Malgun Gothic"/>
                <a:ea typeface="Malgun Gothic"/>
                <a:cs typeface="Malgun Gothic"/>
              </a:rPr>
              <a:t>selected geometry</a:t>
            </a:r>
          </a:p>
        </p:txBody>
      </p:sp>
      <p:sp>
        <p:nvSpPr>
          <p:cNvPr id="13" name="">
            <a:extLst xmlns:a="http://schemas.openxmlformats.org/drawingml/2006/main">
              <a:ext uri="{FF2B5EF4-FFF2-40B4-BE49-F238E27FC236}">
                <a16:creationId xmlns:a16="http://schemas.microsoft.com/office/drawing/2014/main" id="{6DA9DF4F-4457-4CBC-BE61-45460FF19D99}"/>
              </a:ext>
            </a:extLst>
          </p:cNvPr>
          <p:cNvSpPr>
            <a:spLocks xmlns:a="http://schemas.openxmlformats.org/drawingml/2006/main" noGrp="1"/>
          </p:cNvSpPr>
          <p:nvPr/>
        </p:nvSpPr>
        <p:spPr>
          <a:xfrm xmlns:a="http://schemas.openxmlformats.org/drawingml/2006/main">
            <a:off x="723900" y="3543300"/>
            <a:ext cx="6905625" cy="19050"/>
          </a:xfrm>
          <a:prstGeom xmlns:a="http://schemas.openxmlformats.org/drawingml/2006/main" prst="rect">
            <a:avLst/>
          </a:prstGeom>
          <a:solidFill xmlns:a="http://schemas.openxmlformats.org/drawingml/2006/main">
            <a:srgbClr val="CAD5D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F568920-8BB1-4052-B575-E63EF1BF64F3}"/>
              </a:ext>
            </a:extLst>
          </p:cNvPr>
          <p:cNvSpPr>
            <a:spLocks xmlns:a="http://schemas.openxmlformats.org/drawingml/2006/main" noGrp="1"/>
          </p:cNvSpPr>
          <p:nvPr/>
        </p:nvSpPr>
        <p:spPr>
          <a:xfrm xmlns:a="http://schemas.openxmlformats.org/drawingml/2006/main">
            <a:off x="723900" y="3771900"/>
            <a:ext cx="685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233746"/>
                </a:solidFill>
                <a:latin typeface="Malgun Gothic"/>
                <a:ea typeface="Malgun Gothic"/>
                <a:cs typeface="Malgun Gothic"/>
              </a:defRPr>
            </a:pPr>
            <a:r>
              <a:rPr sz="1725" b="1">
                <a:solidFill>
                  <a:srgbClr val="233746"/>
                </a:solidFill>
                <a:latin typeface="Malgun Gothic"/>
                <a:ea typeface="Malgun Gothic"/>
                <a:cs typeface="Malgun Gothic"/>
              </a:rPr>
              <a:t>남은 검토: 후보별 전체 seed topology와 clash acceptability</a:t>
            </a:r>
          </a:p>
        </p:txBody>
      </p:sp>
      <p:sp>
        <p:nvSpPr>
          <p:cNvPr id="15" name="">
            <a:extLst xmlns:a="http://schemas.openxmlformats.org/drawingml/2006/main">
              <a:ext uri="{FF2B5EF4-FFF2-40B4-BE49-F238E27FC236}">
                <a16:creationId xmlns:a16="http://schemas.microsoft.com/office/drawing/2014/main" id="{F8FD9B01-934F-4A1C-9FEF-0AEB30C8E8D8}"/>
              </a:ext>
            </a:extLst>
          </p:cNvPr>
          <p:cNvSpPr>
            <a:spLocks xmlns:a="http://schemas.openxmlformats.org/drawingml/2006/main" noGrp="1"/>
          </p:cNvSpPr>
          <p:nvPr/>
        </p:nvSpPr>
        <p:spPr>
          <a:xfrm xmlns:a="http://schemas.openxmlformats.org/drawingml/2006/main">
            <a:off x="8096250" y="1714500"/>
            <a:ext cx="19050" cy="3381375"/>
          </a:xfrm>
          <a:prstGeom xmlns:a="http://schemas.openxmlformats.org/drawingml/2006/main" prst="rect">
            <a:avLst/>
          </a:prstGeom>
          <a:solidFill xmlns:a="http://schemas.openxmlformats.org/drawingml/2006/main">
            <a:srgbClr val="CAD5D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17BD24A-B808-4508-838B-8BBABAD070AF}"/>
              </a:ext>
            </a:extLst>
          </p:cNvPr>
          <p:cNvSpPr>
            <a:spLocks xmlns:a="http://schemas.openxmlformats.org/drawingml/2006/main" noGrp="1"/>
          </p:cNvSpPr>
          <p:nvPr/>
        </p:nvSpPr>
        <p:spPr>
          <a:xfrm xmlns:a="http://schemas.openxmlformats.org/drawingml/2006/main">
            <a:off x="8477250" y="17526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087F78"/>
                </a:solidFill>
                <a:latin typeface="Malgun Gothic"/>
                <a:ea typeface="Malgun Gothic"/>
                <a:cs typeface="Malgun Gothic"/>
              </a:defRPr>
            </a:pPr>
            <a:r>
              <a:rPr sz="1800" b="1">
                <a:solidFill>
                  <a:srgbClr val="087F78"/>
                </a:solidFill>
                <a:latin typeface="Malgun Gothic"/>
                <a:ea typeface="Malgun Gothic"/>
                <a:cs typeface="Malgun Gothic"/>
              </a:rPr>
              <a:t>MolGpKa</a:t>
            </a:r>
          </a:p>
        </p:txBody>
      </p:sp>
      <p:sp>
        <p:nvSpPr>
          <p:cNvPr id="17" name="">
            <a:extLst xmlns:a="http://schemas.openxmlformats.org/drawingml/2006/main">
              <a:ext uri="{FF2B5EF4-FFF2-40B4-BE49-F238E27FC236}">
                <a16:creationId xmlns:a16="http://schemas.microsoft.com/office/drawing/2014/main" id="{A4275E47-A5C8-4CE2-8676-0BAC20B45A4E}"/>
              </a:ext>
            </a:extLst>
          </p:cNvPr>
          <p:cNvSpPr>
            <a:spLocks xmlns:a="http://schemas.openxmlformats.org/drawingml/2006/main" noGrp="1"/>
          </p:cNvSpPr>
          <p:nvPr/>
        </p:nvSpPr>
        <p:spPr>
          <a:xfrm xmlns:a="http://schemas.openxmlformats.org/drawingml/2006/main">
            <a:off x="8477250" y="2219325"/>
            <a:ext cx="114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200" b="1">
                <a:solidFill>
                  <a:srgbClr val="12263A"/>
                </a:solidFill>
                <a:latin typeface="Malgun Gothic"/>
                <a:ea typeface="Malgun Gothic"/>
                <a:cs typeface="Malgun Gothic"/>
              </a:defRPr>
            </a:pPr>
            <a:r>
              <a:rPr sz="4200" b="1">
                <a:solidFill>
                  <a:srgbClr val="12263A"/>
                </a:solidFill>
                <a:latin typeface="Malgun Gothic"/>
                <a:ea typeface="Malgun Gothic"/>
                <a:cs typeface="Malgun Gothic"/>
              </a:rPr>
              <a:t>3</a:t>
            </a:r>
          </a:p>
        </p:txBody>
      </p:sp>
      <p:sp>
        <p:nvSpPr>
          <p:cNvPr id="18" name="">
            <a:extLst xmlns:a="http://schemas.openxmlformats.org/drawingml/2006/main">
              <a:ext uri="{FF2B5EF4-FFF2-40B4-BE49-F238E27FC236}">
                <a16:creationId xmlns:a16="http://schemas.microsoft.com/office/drawing/2014/main" id="{B45158CC-29E5-463D-8B60-AF7911C4C5E8}"/>
              </a:ext>
            </a:extLst>
          </p:cNvPr>
          <p:cNvSpPr>
            <a:spLocks xmlns:a="http://schemas.openxmlformats.org/drawingml/2006/main" noGrp="1"/>
          </p:cNvSpPr>
          <p:nvPr/>
        </p:nvSpPr>
        <p:spPr>
          <a:xfrm xmlns:a="http://schemas.openxmlformats.org/drawingml/2006/main">
            <a:off x="8477250" y="2857500"/>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233746"/>
                </a:solidFill>
                <a:latin typeface="Malgun Gothic"/>
                <a:ea typeface="Malgun Gothic"/>
                <a:cs typeface="Malgun Gothic"/>
              </a:defRPr>
            </a:pPr>
            <a:r>
              <a:rPr sz="1500" b="0">
                <a:solidFill>
                  <a:srgbClr val="233746"/>
                </a:solidFill>
                <a:latin typeface="Malgun Gothic"/>
                <a:ea typeface="Malgun Gothic"/>
                <a:cs typeface="Malgun Gothic"/>
              </a:rPr>
              <a:t>분리 warhead analogue</a:t>
            </a:r>
          </a:p>
        </p:txBody>
      </p:sp>
      <p:sp>
        <p:nvSpPr>
          <p:cNvPr id="19" name="">
            <a:extLst xmlns:a="http://schemas.openxmlformats.org/drawingml/2006/main">
              <a:ext uri="{FF2B5EF4-FFF2-40B4-BE49-F238E27FC236}">
                <a16:creationId xmlns:a16="http://schemas.microsoft.com/office/drawing/2014/main" id="{B1B9B628-35BF-4F61-B600-28F883626D7E}"/>
              </a:ext>
            </a:extLst>
          </p:cNvPr>
          <p:cNvSpPr>
            <a:spLocks xmlns:a="http://schemas.openxmlformats.org/drawingml/2006/main" noGrp="1"/>
          </p:cNvSpPr>
          <p:nvPr/>
        </p:nvSpPr>
        <p:spPr>
          <a:xfrm xmlns:a="http://schemas.openxmlformats.org/drawingml/2006/main">
            <a:off x="8477250" y="3352800"/>
            <a:ext cx="1333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200" b="1">
                <a:solidFill>
                  <a:srgbClr val="087F78"/>
                </a:solidFill>
                <a:latin typeface="Malgun Gothic"/>
                <a:ea typeface="Malgun Gothic"/>
                <a:cs typeface="Malgun Gothic"/>
              </a:defRPr>
            </a:pPr>
            <a:r>
              <a:rPr sz="4200" b="1">
                <a:solidFill>
                  <a:srgbClr val="087F78"/>
                </a:solidFill>
                <a:latin typeface="Malgun Gothic"/>
                <a:ea typeface="Malgun Gothic"/>
                <a:cs typeface="Malgun Gothic"/>
              </a:rPr>
              <a:t>26</a:t>
            </a:r>
          </a:p>
        </p:txBody>
      </p:sp>
      <p:sp>
        <p:nvSpPr>
          <p:cNvPr id="20" name="">
            <a:extLst xmlns:a="http://schemas.openxmlformats.org/drawingml/2006/main">
              <a:ext uri="{FF2B5EF4-FFF2-40B4-BE49-F238E27FC236}">
                <a16:creationId xmlns:a16="http://schemas.microsoft.com/office/drawing/2014/main" id="{5026BA73-F8AC-44A5-88E2-1A79C557826A}"/>
              </a:ext>
            </a:extLst>
          </p:cNvPr>
          <p:cNvSpPr>
            <a:spLocks xmlns:a="http://schemas.openxmlformats.org/drawingml/2006/main" noGrp="1"/>
          </p:cNvSpPr>
          <p:nvPr/>
        </p:nvSpPr>
        <p:spPr>
          <a:xfrm xmlns:a="http://schemas.openxmlformats.org/drawingml/2006/main">
            <a:off x="8477250" y="3990975"/>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233746"/>
                </a:solidFill>
                <a:latin typeface="Malgun Gothic"/>
                <a:ea typeface="Malgun Gothic"/>
                <a:cs typeface="Malgun Gothic"/>
              </a:defRPr>
            </a:pPr>
            <a:r>
              <a:rPr sz="1500" b="0">
                <a:solidFill>
                  <a:srgbClr val="233746"/>
                </a:solidFill>
                <a:latin typeface="Malgun Gothic"/>
                <a:ea typeface="Malgun Gothic"/>
                <a:cs typeface="Malgun Gothic"/>
              </a:rPr>
              <a:t>import records</a:t>
            </a:r>
          </a:p>
        </p:txBody>
      </p:sp>
      <p:sp>
        <p:nvSpPr>
          <p:cNvPr id="21" name="">
            <a:extLst xmlns:a="http://schemas.openxmlformats.org/drawingml/2006/main">
              <a:ext uri="{FF2B5EF4-FFF2-40B4-BE49-F238E27FC236}">
                <a16:creationId xmlns:a16="http://schemas.microsoft.com/office/drawing/2014/main" id="{F2149D14-7226-4AC0-B76E-C87E8B22EF4F}"/>
              </a:ext>
            </a:extLst>
          </p:cNvPr>
          <p:cNvSpPr>
            <a:spLocks xmlns:a="http://schemas.openxmlformats.org/drawingml/2006/main" noGrp="1"/>
          </p:cNvSpPr>
          <p:nvPr/>
        </p:nvSpPr>
        <p:spPr>
          <a:xfrm xmlns:a="http://schemas.openxmlformats.org/drawingml/2006/main">
            <a:off x="8334375" y="4572000"/>
            <a:ext cx="3048000" cy="914400"/>
          </a:xfrm>
          <a:prstGeom xmlns:a="http://schemas.openxmlformats.org/drawingml/2006/main" prst="roundRect">
            <a:avLst>
              <a:gd name="adj" fmla="val 8333"/>
            </a:avLst>
          </a:prstGeom>
          <a:solidFill xmlns:a="http://schemas.openxmlformats.org/drawingml/2006/main">
            <a:srgbClr val="EFE9DC"/>
          </a:solidFill>
          <a:ln xmlns:a="http://schemas.openxmlformats.org/drawingml/2006/main" w="9525">
            <a:solidFill>
              <a:srgbClr val="CAD5D1"/>
            </a:solidFill>
          </a:ln>
        </p:spPr>
      </p:sp>
      <p:sp>
        <p:nvSpPr>
          <p:cNvPr id="22" name="">
            <a:extLst xmlns:a="http://schemas.openxmlformats.org/drawingml/2006/main">
              <a:ext uri="{FF2B5EF4-FFF2-40B4-BE49-F238E27FC236}">
                <a16:creationId xmlns:a16="http://schemas.microsoft.com/office/drawing/2014/main" id="{FE849DB1-EB15-4AE3-B660-43C0BA0F5477}"/>
              </a:ext>
            </a:extLst>
          </p:cNvPr>
          <p:cNvSpPr>
            <a:spLocks xmlns:a="http://schemas.openxmlformats.org/drawingml/2006/main" noGrp="1"/>
          </p:cNvSpPr>
          <p:nvPr/>
        </p:nvSpPr>
        <p:spPr>
          <a:xfrm xmlns:a="http://schemas.openxmlformats.org/drawingml/2006/main">
            <a:off x="8467725" y="4676775"/>
            <a:ext cx="27813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350" b="1">
                <a:solidFill>
                  <a:srgbClr val="A94442"/>
                </a:solidFill>
                <a:latin typeface="Malgun Gothic"/>
                <a:ea typeface="Malgun Gothic"/>
                <a:cs typeface="Malgun Gothic"/>
              </a:defRPr>
            </a:pPr>
            <a:r>
              <a:rPr sz="1350" b="1">
                <a:solidFill>
                  <a:srgbClr val="A94442"/>
                </a:solidFill>
                <a:latin typeface="Malgun Gothic"/>
                <a:ea typeface="Malgun Gothic"/>
                <a:cs typeface="Malgun Gothic"/>
              </a:rPr>
              <a:t>비결합 상태 · 비측정값</a:t>
            </a:r>
          </a:p>
          <a:p xmlns:a="http://schemas.openxmlformats.org/drawingml/2006/main">
            <a:pPr algn="ctr">
              <a:defRPr sz="1350" b="1">
                <a:solidFill>
                  <a:srgbClr val="A94442"/>
                </a:solidFill>
                <a:latin typeface="Malgun Gothic"/>
                <a:ea typeface="Malgun Gothic"/>
                <a:cs typeface="Malgun Gothic"/>
              </a:defRPr>
            </a:pPr>
            <a:r>
              <a:rPr sz="1350" b="1">
                <a:solidFill>
                  <a:srgbClr val="A94442"/>
                </a:solidFill>
                <a:latin typeface="Malgun Gothic"/>
                <a:ea typeface="Malgun Gothic"/>
                <a:cs typeface="Malgun Gothic"/>
              </a:rPr>
              <a:t>N5001 · H coupling</a:t>
            </a:r>
          </a:p>
          <a:p xmlns:a="http://schemas.openxmlformats.org/drawingml/2006/main">
            <a:pPr algn="ctr">
              <a:defRPr sz="1350" b="1">
                <a:solidFill>
                  <a:srgbClr val="A94442"/>
                </a:solidFill>
                <a:latin typeface="Malgun Gothic"/>
                <a:ea typeface="Malgun Gothic"/>
                <a:cs typeface="Malgun Gothic"/>
              </a:defRPr>
            </a:pPr>
            <a:r>
              <a:rPr sz="1350" b="1">
                <a:solidFill>
                  <a:srgbClr val="A94442"/>
                </a:solidFill>
                <a:latin typeface="Malgun Gothic"/>
                <a:ea typeface="Malgun Gothic"/>
                <a:cs typeface="Malgun Gothic"/>
              </a:rPr>
              <a:t>검토 대기</a:t>
            </a:r>
          </a:p>
        </p:txBody>
      </p:sp>
      <p:sp>
        <p:nvSpPr>
          <p:cNvPr id="23" name="">
            <a:extLst xmlns:a="http://schemas.openxmlformats.org/drawingml/2006/main">
              <a:ext uri="{FF2B5EF4-FFF2-40B4-BE49-F238E27FC236}">
                <a16:creationId xmlns:a16="http://schemas.microsoft.com/office/drawing/2014/main" id="{B30EF76F-B193-4355-98F6-8F7FBA5907B0}"/>
              </a:ext>
            </a:extLst>
          </p:cNvPr>
          <p:cNvSpPr>
            <a:spLocks xmlns:a="http://schemas.openxmlformats.org/drawingml/2006/main" noGrp="1"/>
          </p:cNvSpPr>
          <p:nvPr/>
        </p:nvSpPr>
        <p:spPr>
          <a:xfrm xmlns:a="http://schemas.openxmlformats.org/drawingml/2006/main">
            <a:off x="609600" y="63722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67782"/>
                </a:solidFill>
                <a:latin typeface="Malgun Gothic"/>
                <a:ea typeface="Malgun Gothic"/>
                <a:cs typeface="Malgun Gothic"/>
              </a:defRPr>
            </a:pPr>
            <a:r>
              <a:rPr sz="1200" b="0">
                <a:solidFill>
                  <a:srgbClr val="667782"/>
                </a:solidFill>
                <a:latin typeface="Malgun Gothic"/>
                <a:ea typeface="Malgun Gothic"/>
                <a:cs typeface="Malgun Gothic"/>
              </a:rPr>
              <a:t>출처: v7_final_report.md novel 자료 · ligand-pka/compact-summary.json</a:t>
            </a:r>
          </a:p>
        </p:txBody>
      </p:sp>
    </p:spTree>
    <p:extLst>
      <p:ext uri="{BB962C8B-B14F-4D97-AF65-F5344CB8AC3E}">
        <p14:creationId xmlns:p14="http://schemas.microsoft.com/office/powerpoint/2010/main" val="1398166739"/>
      </p:ext>
    </p:extLst>
  </p:cSld>
</p:sld>
</file>

<file path=ppt/slides/slide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6FB73A5-5752-4B98-88A5-C38C6130AF92}"/>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F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DFB600-8DBD-4CEE-8CDB-8934474D9B82}"/>
              </a:ext>
            </a:extLst>
          </p:cNvPr>
          <p:cNvSpPr>
            <a:spLocks xmlns:a="http://schemas.openxmlformats.org/drawingml/2006/main" noGrp="1"/>
          </p:cNvSpPr>
          <p:nvPr/>
        </p:nvSpPr>
        <p:spPr>
          <a:xfrm xmlns:a="http://schemas.openxmlformats.org/drawingml/2006/main">
            <a:off x="609600" y="2857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087F78"/>
                </a:solidFill>
                <a:latin typeface="Malgun Gothic"/>
                <a:ea typeface="Malgun Gothic"/>
                <a:cs typeface="Malgun Gothic"/>
              </a:defRPr>
            </a:pPr>
            <a:r>
              <a:rPr sz="1200" b="1">
                <a:solidFill>
                  <a:srgbClr val="087F78"/>
                </a:solidFill>
                <a:latin typeface="Malgun Gothic"/>
                <a:ea typeface="Malgun Gothic"/>
                <a:cs typeface="Malgun Gothic"/>
              </a:rPr>
              <a:t>07 · AI GOVERNANCE</a:t>
            </a:r>
          </a:p>
        </p:txBody>
      </p:sp>
      <p:sp>
        <p:nvSpPr>
          <p:cNvPr id="3" name="">
            <a:extLst xmlns:a="http://schemas.openxmlformats.org/drawingml/2006/main">
              <a:ext uri="{FF2B5EF4-FFF2-40B4-BE49-F238E27FC236}">
                <a16:creationId xmlns:a16="http://schemas.microsoft.com/office/drawing/2014/main" id="{E344EBDF-F5F8-449A-9988-CD24643037D9}"/>
              </a:ext>
            </a:extLst>
          </p:cNvPr>
          <p:cNvSpPr>
            <a:spLocks xmlns:a="http://schemas.openxmlformats.org/drawingml/2006/main" noGrp="1"/>
          </p:cNvSpPr>
          <p:nvPr/>
        </p:nvSpPr>
        <p:spPr>
          <a:xfrm xmlns:a="http://schemas.openxmlformats.org/drawingml/2006/main">
            <a:off x="609600" y="5905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12263A"/>
                </a:solidFill>
                <a:latin typeface="Malgun Gothic"/>
                <a:ea typeface="Malgun Gothic"/>
                <a:cs typeface="Malgun Gothic"/>
              </a:defRPr>
            </a:pPr>
            <a:r>
              <a:rPr sz="2700" b="1">
                <a:solidFill>
                  <a:srgbClr val="12263A"/>
                </a:solidFill>
                <a:latin typeface="Malgun Gothic"/>
                <a:ea typeface="Malgun Gothic"/>
                <a:cs typeface="Malgun Gothic"/>
              </a:rPr>
              <a:t>AI 검토와 사람 승인을 분리했습니다</a:t>
            </a:r>
          </a:p>
        </p:txBody>
      </p:sp>
      <p:sp>
        <p:nvSpPr>
          <p:cNvPr id="4" name="">
            <a:extLst xmlns:a="http://schemas.openxmlformats.org/drawingml/2006/main">
              <a:ext uri="{FF2B5EF4-FFF2-40B4-BE49-F238E27FC236}">
                <a16:creationId xmlns:a16="http://schemas.microsoft.com/office/drawing/2014/main" id="{657BE6A1-807B-4581-87D6-15C85554BF93}"/>
              </a:ext>
            </a:extLst>
          </p:cNvPr>
          <p:cNvSpPr>
            <a:spLocks xmlns:a="http://schemas.openxmlformats.org/drawingml/2006/main" noGrp="1"/>
          </p:cNvSpPr>
          <p:nvPr/>
        </p:nvSpPr>
        <p:spPr>
          <a:xfrm xmlns:a="http://schemas.openxmlformats.org/drawingml/2006/main">
            <a:off x="628650" y="113347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667782"/>
                </a:solidFill>
                <a:latin typeface="Malgun Gothic"/>
                <a:ea typeface="Malgun Gothic"/>
                <a:cs typeface="Malgun Gothic"/>
              </a:defRPr>
            </a:pPr>
            <a:r>
              <a:rPr sz="1500" b="0">
                <a:solidFill>
                  <a:srgbClr val="667782"/>
                </a:solidFill>
                <a:latin typeface="Malgun Gothic"/>
                <a:ea typeface="Malgun Gothic"/>
                <a:cs typeface="Malgun Gothic"/>
              </a:rPr>
              <a:t>저장된 proposal, critic, judge 실행과 Human Gate의 분리</a:t>
            </a:r>
          </a:p>
        </p:txBody>
      </p:sp>
      <p:sp>
        <p:nvSpPr>
          <p:cNvPr id="5" name="">
            <a:extLst xmlns:a="http://schemas.openxmlformats.org/drawingml/2006/main">
              <a:ext uri="{FF2B5EF4-FFF2-40B4-BE49-F238E27FC236}">
                <a16:creationId xmlns:a16="http://schemas.microsoft.com/office/drawing/2014/main" id="{3CC8CF89-9C0F-47EC-A740-1EC739E422C3}"/>
              </a:ext>
            </a:extLst>
          </p:cNvPr>
          <p:cNvSpPr>
            <a:spLocks xmlns:a="http://schemas.openxmlformats.org/drawingml/2006/main" noGrp="1"/>
          </p:cNvSpPr>
          <p:nvPr/>
        </p:nvSpPr>
        <p:spPr>
          <a:xfrm xmlns:a="http://schemas.openxmlformats.org/drawingml/2006/main">
            <a:off x="11049000" y="638175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1">
                <a:solidFill>
                  <a:srgbClr val="667782"/>
                </a:solidFill>
                <a:latin typeface="Malgun Gothic"/>
                <a:ea typeface="Malgun Gothic"/>
                <a:cs typeface="Malgun Gothic"/>
              </a:defRPr>
            </a:pPr>
            <a:r>
              <a:rPr sz="1050" b="1">
                <a:solidFill>
                  <a:srgbClr val="667782"/>
                </a:solidFill>
                <a:latin typeface="Malgun Gothic"/>
                <a:ea typeface="Malgun Gothic"/>
                <a:cs typeface="Malgun Gothic"/>
              </a:rPr>
              <a:t>08</a:t>
            </a:r>
          </a:p>
        </p:txBody>
      </p:sp>
      <p:sp>
        <p:nvSpPr>
          <p:cNvPr id="6" name="">
            <a:extLst xmlns:a="http://schemas.openxmlformats.org/drawingml/2006/main">
              <a:ext uri="{FF2B5EF4-FFF2-40B4-BE49-F238E27FC236}">
                <a16:creationId xmlns:a16="http://schemas.microsoft.com/office/drawing/2014/main" id="{86709AA2-20A1-4036-84F7-B90EF0923069}"/>
              </a:ext>
            </a:extLst>
          </p:cNvPr>
          <p:cNvSpPr>
            <a:spLocks xmlns:a="http://schemas.openxmlformats.org/drawingml/2006/main" noGrp="1"/>
          </p:cNvSpPr>
          <p:nvPr/>
        </p:nvSpPr>
        <p:spPr>
          <a:xfrm xmlns:a="http://schemas.openxmlformats.org/drawingml/2006/main">
            <a:off x="723900" y="2000250"/>
            <a:ext cx="2095500" cy="742950"/>
          </a:xfrm>
          <a:prstGeom xmlns:a="http://schemas.openxmlformats.org/drawingml/2006/main" prst="roundRect">
            <a:avLst>
              <a:gd name="adj" fmla="val 10256"/>
            </a:avLst>
          </a:prstGeom>
          <a:solidFill xmlns:a="http://schemas.openxmlformats.org/drawingml/2006/main">
            <a:srgbClr val="E6EFEC"/>
          </a:solidFill>
          <a:ln xmlns:a="http://schemas.openxmlformats.org/drawingml/2006/main" w="9525">
            <a:solidFill>
              <a:srgbClr val="CAD5D1"/>
            </a:solidFill>
          </a:ln>
        </p:spPr>
      </p:sp>
      <p:sp>
        <p:nvSpPr>
          <p:cNvPr id="7" name="">
            <a:extLst xmlns:a="http://schemas.openxmlformats.org/drawingml/2006/main">
              <a:ext uri="{FF2B5EF4-FFF2-40B4-BE49-F238E27FC236}">
                <a16:creationId xmlns:a16="http://schemas.microsoft.com/office/drawing/2014/main" id="{ECE144E3-5FFF-44C8-BFFB-A4C58B0E76E9}"/>
              </a:ext>
            </a:extLst>
          </p:cNvPr>
          <p:cNvSpPr>
            <a:spLocks xmlns:a="http://schemas.openxmlformats.org/drawingml/2006/main" noGrp="1"/>
          </p:cNvSpPr>
          <p:nvPr/>
        </p:nvSpPr>
        <p:spPr>
          <a:xfrm xmlns:a="http://schemas.openxmlformats.org/drawingml/2006/main">
            <a:off x="857250" y="2105025"/>
            <a:ext cx="1828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12263A"/>
                </a:solidFill>
                <a:latin typeface="Malgun Gothic"/>
                <a:ea typeface="Malgun Gothic"/>
                <a:cs typeface="Malgun Gothic"/>
              </a:defRPr>
            </a:pPr>
            <a:r>
              <a:rPr sz="1800" b="1">
                <a:solidFill>
                  <a:srgbClr val="12263A"/>
                </a:solidFill>
                <a:latin typeface="Malgun Gothic"/>
                <a:ea typeface="Malgun Gothic"/>
                <a:cs typeface="Malgun Gothic"/>
              </a:rPr>
              <a:t>PROPOSAL</a:t>
            </a:r>
          </a:p>
        </p:txBody>
      </p:sp>
      <p:sp>
        <p:nvSpPr>
          <p:cNvPr id="8" name="">
            <a:extLst xmlns:a="http://schemas.openxmlformats.org/drawingml/2006/main">
              <a:ext uri="{FF2B5EF4-FFF2-40B4-BE49-F238E27FC236}">
                <a16:creationId xmlns:a16="http://schemas.microsoft.com/office/drawing/2014/main" id="{82DA1FB9-3F0C-4F69-88F3-9E9BE2D188AF}"/>
              </a:ext>
            </a:extLst>
          </p:cNvPr>
          <p:cNvSpPr>
            <a:spLocks xmlns:a="http://schemas.openxmlformats.org/drawingml/2006/main" noGrp="1"/>
          </p:cNvSpPr>
          <p:nvPr/>
        </p:nvSpPr>
        <p:spPr>
          <a:xfrm xmlns:a="http://schemas.openxmlformats.org/drawingml/2006/main">
            <a:off x="2819400" y="2362200"/>
            <a:ext cx="523875" cy="28575"/>
          </a:xfrm>
          <a:prstGeom xmlns:a="http://schemas.openxmlformats.org/drawingml/2006/main" prst="rect">
            <a:avLst/>
          </a:prstGeom>
          <a:solidFill xmlns:a="http://schemas.openxmlformats.org/drawingml/2006/main">
            <a:srgbClr val="CAD5D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8F70C70-E509-4FDA-A8AA-F62F4C1D28F8}"/>
              </a:ext>
            </a:extLst>
          </p:cNvPr>
          <p:cNvSpPr>
            <a:spLocks xmlns:a="http://schemas.openxmlformats.org/drawingml/2006/main" noGrp="1"/>
          </p:cNvSpPr>
          <p:nvPr/>
        </p:nvSpPr>
        <p:spPr>
          <a:xfrm xmlns:a="http://schemas.openxmlformats.org/drawingml/2006/main">
            <a:off x="3343275" y="2000250"/>
            <a:ext cx="20955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CAD5D1"/>
            </a:solidFill>
          </a:ln>
        </p:spPr>
      </p:sp>
      <p:sp>
        <p:nvSpPr>
          <p:cNvPr id="10" name="">
            <a:extLst xmlns:a="http://schemas.openxmlformats.org/drawingml/2006/main">
              <a:ext uri="{FF2B5EF4-FFF2-40B4-BE49-F238E27FC236}">
                <a16:creationId xmlns:a16="http://schemas.microsoft.com/office/drawing/2014/main" id="{8D394AA6-EDDB-40F5-981D-1CE9417EE432}"/>
              </a:ext>
            </a:extLst>
          </p:cNvPr>
          <p:cNvSpPr>
            <a:spLocks xmlns:a="http://schemas.openxmlformats.org/drawingml/2006/main" noGrp="1"/>
          </p:cNvSpPr>
          <p:nvPr/>
        </p:nvSpPr>
        <p:spPr>
          <a:xfrm xmlns:a="http://schemas.openxmlformats.org/drawingml/2006/main">
            <a:off x="3476625" y="2105025"/>
            <a:ext cx="1828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12263A"/>
                </a:solidFill>
                <a:latin typeface="Malgun Gothic"/>
                <a:ea typeface="Malgun Gothic"/>
                <a:cs typeface="Malgun Gothic"/>
              </a:defRPr>
            </a:pPr>
            <a:r>
              <a:rPr sz="1800" b="1">
                <a:solidFill>
                  <a:srgbClr val="12263A"/>
                </a:solidFill>
                <a:latin typeface="Malgun Gothic"/>
                <a:ea typeface="Malgun Gothic"/>
                <a:cs typeface="Malgun Gothic"/>
              </a:rPr>
              <a:t>CRITIC</a:t>
            </a:r>
          </a:p>
        </p:txBody>
      </p:sp>
      <p:sp>
        <p:nvSpPr>
          <p:cNvPr id="11" name="">
            <a:extLst xmlns:a="http://schemas.openxmlformats.org/drawingml/2006/main">
              <a:ext uri="{FF2B5EF4-FFF2-40B4-BE49-F238E27FC236}">
                <a16:creationId xmlns:a16="http://schemas.microsoft.com/office/drawing/2014/main" id="{EF0FD3CB-FCA3-4F7A-A181-D4F0B4E2B89D}"/>
              </a:ext>
            </a:extLst>
          </p:cNvPr>
          <p:cNvSpPr>
            <a:spLocks xmlns:a="http://schemas.openxmlformats.org/drawingml/2006/main" noGrp="1"/>
          </p:cNvSpPr>
          <p:nvPr/>
        </p:nvSpPr>
        <p:spPr>
          <a:xfrm xmlns:a="http://schemas.openxmlformats.org/drawingml/2006/main">
            <a:off x="5438775" y="2362200"/>
            <a:ext cx="523875" cy="28575"/>
          </a:xfrm>
          <a:prstGeom xmlns:a="http://schemas.openxmlformats.org/drawingml/2006/main" prst="rect">
            <a:avLst/>
          </a:prstGeom>
          <a:solidFill xmlns:a="http://schemas.openxmlformats.org/drawingml/2006/main">
            <a:srgbClr val="CAD5D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FEFBAB2-3983-4AF1-914E-187446B57668}"/>
              </a:ext>
            </a:extLst>
          </p:cNvPr>
          <p:cNvSpPr>
            <a:spLocks xmlns:a="http://schemas.openxmlformats.org/drawingml/2006/main" noGrp="1"/>
          </p:cNvSpPr>
          <p:nvPr/>
        </p:nvSpPr>
        <p:spPr>
          <a:xfrm xmlns:a="http://schemas.openxmlformats.org/drawingml/2006/main">
            <a:off x="5962650" y="2000250"/>
            <a:ext cx="2095500" cy="742950"/>
          </a:xfrm>
          <a:prstGeom xmlns:a="http://schemas.openxmlformats.org/drawingml/2006/main" prst="roundRect">
            <a:avLst>
              <a:gd name="adj" fmla="val 10256"/>
            </a:avLst>
          </a:prstGeom>
          <a:solidFill xmlns:a="http://schemas.openxmlformats.org/drawingml/2006/main">
            <a:srgbClr val="E6EFEC"/>
          </a:solidFill>
          <a:ln xmlns:a="http://schemas.openxmlformats.org/drawingml/2006/main" w="9525">
            <a:solidFill>
              <a:srgbClr val="CAD5D1"/>
            </a:solidFill>
          </a:ln>
        </p:spPr>
      </p:sp>
      <p:sp>
        <p:nvSpPr>
          <p:cNvPr id="13" name="">
            <a:extLst xmlns:a="http://schemas.openxmlformats.org/drawingml/2006/main">
              <a:ext uri="{FF2B5EF4-FFF2-40B4-BE49-F238E27FC236}">
                <a16:creationId xmlns:a16="http://schemas.microsoft.com/office/drawing/2014/main" id="{09788789-0822-4603-9DAE-671CB58846DD}"/>
              </a:ext>
            </a:extLst>
          </p:cNvPr>
          <p:cNvSpPr>
            <a:spLocks xmlns:a="http://schemas.openxmlformats.org/drawingml/2006/main" noGrp="1"/>
          </p:cNvSpPr>
          <p:nvPr/>
        </p:nvSpPr>
        <p:spPr>
          <a:xfrm xmlns:a="http://schemas.openxmlformats.org/drawingml/2006/main">
            <a:off x="6096000" y="2105025"/>
            <a:ext cx="1828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12263A"/>
                </a:solidFill>
                <a:latin typeface="Malgun Gothic"/>
                <a:ea typeface="Malgun Gothic"/>
                <a:cs typeface="Malgun Gothic"/>
              </a:defRPr>
            </a:pPr>
            <a:r>
              <a:rPr sz="1800" b="1">
                <a:solidFill>
                  <a:srgbClr val="12263A"/>
                </a:solidFill>
                <a:latin typeface="Malgun Gothic"/>
                <a:ea typeface="Malgun Gothic"/>
                <a:cs typeface="Malgun Gothic"/>
              </a:rPr>
              <a:t>JUDGE</a:t>
            </a:r>
          </a:p>
        </p:txBody>
      </p:sp>
      <p:sp>
        <p:nvSpPr>
          <p:cNvPr id="14" name="">
            <a:extLst xmlns:a="http://schemas.openxmlformats.org/drawingml/2006/main">
              <a:ext uri="{FF2B5EF4-FFF2-40B4-BE49-F238E27FC236}">
                <a16:creationId xmlns:a16="http://schemas.microsoft.com/office/drawing/2014/main" id="{E4A49360-A08F-46C6-B6E4-B82BD14934B8}"/>
              </a:ext>
            </a:extLst>
          </p:cNvPr>
          <p:cNvSpPr>
            <a:spLocks xmlns:a="http://schemas.openxmlformats.org/drawingml/2006/main" noGrp="1"/>
          </p:cNvSpPr>
          <p:nvPr/>
        </p:nvSpPr>
        <p:spPr>
          <a:xfrm xmlns:a="http://schemas.openxmlformats.org/drawingml/2006/main">
            <a:off x="723900" y="31432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087F78"/>
                </a:solidFill>
                <a:latin typeface="Malgun Gothic"/>
                <a:ea typeface="Malgun Gothic"/>
                <a:cs typeface="Malgun Gothic"/>
              </a:defRPr>
            </a:pPr>
            <a:r>
              <a:rPr sz="2550" b="1">
                <a:solidFill>
                  <a:srgbClr val="087F78"/>
                </a:solidFill>
                <a:latin typeface="Malgun Gothic"/>
                <a:ea typeface="Malgun Gothic"/>
                <a:cs typeface="Malgun Gothic"/>
              </a:rPr>
              <a:t>2 rounds · 6 calls</a:t>
            </a:r>
          </a:p>
        </p:txBody>
      </p:sp>
      <p:sp>
        <p:nvSpPr>
          <p:cNvPr id="15" name="">
            <a:extLst xmlns:a="http://schemas.openxmlformats.org/drawingml/2006/main">
              <a:ext uri="{FF2B5EF4-FFF2-40B4-BE49-F238E27FC236}">
                <a16:creationId xmlns:a16="http://schemas.microsoft.com/office/drawing/2014/main" id="{1B71E166-55B9-496B-9A00-746CF8C370AD}"/>
              </a:ext>
            </a:extLst>
          </p:cNvPr>
          <p:cNvSpPr>
            <a:spLocks xmlns:a="http://schemas.openxmlformats.org/drawingml/2006/main" noGrp="1"/>
          </p:cNvSpPr>
          <p:nvPr/>
        </p:nvSpPr>
        <p:spPr>
          <a:xfrm xmlns:a="http://schemas.openxmlformats.org/drawingml/2006/main">
            <a:off x="723900" y="373380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2263A"/>
                </a:solidFill>
                <a:latin typeface="Malgun Gothic"/>
                <a:ea typeface="Malgun Gothic"/>
                <a:cs typeface="Malgun Gothic"/>
              </a:defRPr>
            </a:pPr>
            <a:r>
              <a:rPr sz="2550" b="1">
                <a:solidFill>
                  <a:srgbClr val="12263A"/>
                </a:solidFill>
                <a:latin typeface="Malgun Gothic"/>
                <a:ea typeface="Malgun Gothic"/>
                <a:cs typeface="Malgun Gothic"/>
              </a:rPr>
              <a:t>315,296 tokens</a:t>
            </a:r>
          </a:p>
        </p:txBody>
      </p:sp>
      <p:sp>
        <p:nvSpPr>
          <p:cNvPr id="16" name="">
            <a:extLst xmlns:a="http://schemas.openxmlformats.org/drawingml/2006/main">
              <a:ext uri="{FF2B5EF4-FFF2-40B4-BE49-F238E27FC236}">
                <a16:creationId xmlns:a16="http://schemas.microsoft.com/office/drawing/2014/main" id="{67B58E4D-3E15-4557-84FD-D79F2D8E1492}"/>
              </a:ext>
            </a:extLst>
          </p:cNvPr>
          <p:cNvSpPr>
            <a:spLocks xmlns:a="http://schemas.openxmlformats.org/drawingml/2006/main" noGrp="1"/>
          </p:cNvSpPr>
          <p:nvPr/>
        </p:nvSpPr>
        <p:spPr>
          <a:xfrm xmlns:a="http://schemas.openxmlformats.org/drawingml/2006/main">
            <a:off x="8524875" y="1752600"/>
            <a:ext cx="19050" cy="3333750"/>
          </a:xfrm>
          <a:prstGeom xmlns:a="http://schemas.openxmlformats.org/drawingml/2006/main" prst="rect">
            <a:avLst/>
          </a:prstGeom>
          <a:solidFill xmlns:a="http://schemas.openxmlformats.org/drawingml/2006/main">
            <a:srgbClr val="CAD5D1"/>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4C125B2-2F3C-43D6-A7B0-97B4CB4FC97F}"/>
              </a:ext>
            </a:extLst>
          </p:cNvPr>
          <p:cNvSpPr>
            <a:spLocks xmlns:a="http://schemas.openxmlformats.org/drawingml/2006/main" noGrp="1"/>
          </p:cNvSpPr>
          <p:nvPr/>
        </p:nvSpPr>
        <p:spPr>
          <a:xfrm xmlns:a="http://schemas.openxmlformats.org/drawingml/2006/main">
            <a:off x="8905875" y="2000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650" b="1">
                <a:solidFill>
                  <a:srgbClr val="667782"/>
                </a:solidFill>
                <a:latin typeface="Malgun Gothic"/>
                <a:ea typeface="Malgun Gothic"/>
                <a:cs typeface="Malgun Gothic"/>
              </a:defRPr>
            </a:pPr>
            <a:r>
              <a:rPr sz="1650" b="1">
                <a:solidFill>
                  <a:srgbClr val="667782"/>
                </a:solidFill>
                <a:latin typeface="Malgun Gothic"/>
                <a:ea typeface="Malgun Gothic"/>
                <a:cs typeface="Malgun Gothic"/>
              </a:rPr>
              <a:t>Human approval</a:t>
            </a:r>
          </a:p>
        </p:txBody>
      </p:sp>
      <p:sp>
        <p:nvSpPr>
          <p:cNvPr id="18" name="">
            <a:extLst xmlns:a="http://schemas.openxmlformats.org/drawingml/2006/main">
              <a:ext uri="{FF2B5EF4-FFF2-40B4-BE49-F238E27FC236}">
                <a16:creationId xmlns:a16="http://schemas.microsoft.com/office/drawing/2014/main" id="{A5C711DB-31AF-4CB5-A92F-DBF122C61BC2}"/>
              </a:ext>
            </a:extLst>
          </p:cNvPr>
          <p:cNvSpPr>
            <a:spLocks xmlns:a="http://schemas.openxmlformats.org/drawingml/2006/main" noGrp="1"/>
          </p:cNvSpPr>
          <p:nvPr/>
        </p:nvSpPr>
        <p:spPr>
          <a:xfrm xmlns:a="http://schemas.openxmlformats.org/drawingml/2006/main">
            <a:off x="8905875" y="2457450"/>
            <a:ext cx="2476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6750" b="1">
                <a:solidFill>
                  <a:srgbClr val="C98721"/>
                </a:solidFill>
                <a:latin typeface="Malgun Gothic"/>
                <a:ea typeface="Malgun Gothic"/>
                <a:cs typeface="Malgun Gothic"/>
              </a:defRPr>
            </a:pPr>
            <a:r>
              <a:rPr sz="6750" b="1">
                <a:solidFill>
                  <a:srgbClr val="C98721"/>
                </a:solidFill>
                <a:latin typeface="Malgun Gothic"/>
                <a:ea typeface="Malgun Gothic"/>
                <a:cs typeface="Malgun Gothic"/>
              </a:rPr>
              <a:t>0</a:t>
            </a:r>
          </a:p>
        </p:txBody>
      </p:sp>
      <p:sp>
        <p:nvSpPr>
          <p:cNvPr id="19" name="">
            <a:extLst xmlns:a="http://schemas.openxmlformats.org/drawingml/2006/main">
              <a:ext uri="{FF2B5EF4-FFF2-40B4-BE49-F238E27FC236}">
                <a16:creationId xmlns:a16="http://schemas.microsoft.com/office/drawing/2014/main" id="{04448E79-74A6-4403-865F-0A69AB0B40D3}"/>
              </a:ext>
            </a:extLst>
          </p:cNvPr>
          <p:cNvSpPr>
            <a:spLocks xmlns:a="http://schemas.openxmlformats.org/drawingml/2006/main" noGrp="1"/>
          </p:cNvSpPr>
          <p:nvPr/>
        </p:nvSpPr>
        <p:spPr>
          <a:xfrm xmlns:a="http://schemas.openxmlformats.org/drawingml/2006/main">
            <a:off x="8810625" y="3638550"/>
            <a:ext cx="266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00" b="1">
                <a:solidFill>
                  <a:srgbClr val="233746"/>
                </a:solidFill>
                <a:latin typeface="Malgun Gothic"/>
                <a:ea typeface="Malgun Gothic"/>
                <a:cs typeface="Malgun Gothic"/>
              </a:defRPr>
            </a:pPr>
            <a:r>
              <a:rPr sz="1500" b="1">
                <a:solidFill>
                  <a:srgbClr val="233746"/>
                </a:solidFill>
                <a:latin typeface="Malgun Gothic"/>
                <a:ea typeface="Malgun Gothic"/>
                <a:cs typeface="Malgun Gothic"/>
              </a:rPr>
              <a:t>decision · statement</a:t>
            </a:r>
          </a:p>
          <a:p xmlns:a="http://schemas.openxmlformats.org/drawingml/2006/main">
            <a:pPr algn="ctr">
              <a:defRPr sz="1500" b="1">
                <a:solidFill>
                  <a:srgbClr val="233746"/>
                </a:solidFill>
                <a:latin typeface="Malgun Gothic"/>
                <a:ea typeface="Malgun Gothic"/>
                <a:cs typeface="Malgun Gothic"/>
              </a:defRPr>
            </a:pPr>
            <a:r>
              <a:rPr sz="1500" b="1">
                <a:solidFill>
                  <a:srgbClr val="233746"/>
                </a:solidFill>
                <a:latin typeface="Malgun Gothic"/>
                <a:ea typeface="Malgun Gothic"/>
                <a:cs typeface="Malgun Gothic"/>
              </a:rPr>
              <a:t>policy</a:t>
            </a:r>
          </a:p>
        </p:txBody>
      </p:sp>
      <p:sp>
        <p:nvSpPr>
          <p:cNvPr id="20" name="">
            <a:extLst xmlns:a="http://schemas.openxmlformats.org/drawingml/2006/main">
              <a:ext uri="{FF2B5EF4-FFF2-40B4-BE49-F238E27FC236}">
                <a16:creationId xmlns:a16="http://schemas.microsoft.com/office/drawing/2014/main" id="{7CBBA708-831C-40E8-BA03-F03B4360C442}"/>
              </a:ext>
            </a:extLst>
          </p:cNvPr>
          <p:cNvSpPr>
            <a:spLocks xmlns:a="http://schemas.openxmlformats.org/drawingml/2006/main" noGrp="1"/>
          </p:cNvSpPr>
          <p:nvPr/>
        </p:nvSpPr>
        <p:spPr>
          <a:xfrm xmlns:a="http://schemas.openxmlformats.org/drawingml/2006/main">
            <a:off x="8810625" y="4476750"/>
            <a:ext cx="2667000" cy="952500"/>
          </a:xfrm>
          <a:prstGeom xmlns:a="http://schemas.openxmlformats.org/drawingml/2006/main" prst="roundRect">
            <a:avLst>
              <a:gd name="adj" fmla="val 8000"/>
            </a:avLst>
          </a:prstGeom>
          <a:solidFill xmlns:a="http://schemas.openxmlformats.org/drawingml/2006/main">
            <a:srgbClr val="EFE9DC"/>
          </a:solidFill>
          <a:ln xmlns:a="http://schemas.openxmlformats.org/drawingml/2006/main" w="9525">
            <a:solidFill>
              <a:srgbClr val="CAD5D1"/>
            </a:solidFill>
          </a:ln>
        </p:spPr>
      </p:sp>
      <p:sp>
        <p:nvSpPr>
          <p:cNvPr id="21" name="">
            <a:extLst xmlns:a="http://schemas.openxmlformats.org/drawingml/2006/main">
              <a:ext uri="{FF2B5EF4-FFF2-40B4-BE49-F238E27FC236}">
                <a16:creationId xmlns:a16="http://schemas.microsoft.com/office/drawing/2014/main" id="{883C61D0-698E-4753-8259-FB0C0B5B7C7D}"/>
              </a:ext>
            </a:extLst>
          </p:cNvPr>
          <p:cNvSpPr>
            <a:spLocks xmlns:a="http://schemas.openxmlformats.org/drawingml/2006/main" noGrp="1"/>
          </p:cNvSpPr>
          <p:nvPr/>
        </p:nvSpPr>
        <p:spPr>
          <a:xfrm xmlns:a="http://schemas.openxmlformats.org/drawingml/2006/main">
            <a:off x="8943975" y="4581525"/>
            <a:ext cx="2400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350" b="1">
                <a:solidFill>
                  <a:srgbClr val="A94442"/>
                </a:solidFill>
                <a:latin typeface="Malgun Gothic"/>
                <a:ea typeface="Malgun Gothic"/>
                <a:cs typeface="Malgun Gothic"/>
              </a:defRPr>
            </a:pPr>
            <a:r>
              <a:rPr sz="1350" b="1">
                <a:solidFill>
                  <a:srgbClr val="A94442"/>
                </a:solidFill>
                <a:latin typeface="Malgun Gothic"/>
                <a:ea typeface="Malgun Gothic"/>
                <a:cs typeface="Malgun Gothic"/>
              </a:rPr>
              <a:t>AI 판정은</a:t>
            </a:r>
          </a:p>
          <a:p xmlns:a="http://schemas.openxmlformats.org/drawingml/2006/main">
            <a:pPr algn="ctr">
              <a:defRPr sz="1350" b="1">
                <a:solidFill>
                  <a:srgbClr val="A94442"/>
                </a:solidFill>
                <a:latin typeface="Malgun Gothic"/>
                <a:ea typeface="Malgun Gothic"/>
                <a:cs typeface="Malgun Gothic"/>
              </a:defRPr>
            </a:pPr>
            <a:r>
              <a:rPr sz="1350" b="1">
                <a:solidFill>
                  <a:srgbClr val="A94442"/>
                </a:solidFill>
                <a:latin typeface="Malgun Gothic"/>
                <a:ea typeface="Malgun Gothic"/>
                <a:cs typeface="Malgun Gothic"/>
              </a:rPr>
              <a:t>사람 승인을</a:t>
            </a:r>
          </a:p>
          <a:p xmlns:a="http://schemas.openxmlformats.org/drawingml/2006/main">
            <a:pPr algn="ctr">
              <a:defRPr sz="1350" b="1">
                <a:solidFill>
                  <a:srgbClr val="A94442"/>
                </a:solidFill>
                <a:latin typeface="Malgun Gothic"/>
                <a:ea typeface="Malgun Gothic"/>
                <a:cs typeface="Malgun Gothic"/>
              </a:defRPr>
            </a:pPr>
            <a:r>
              <a:rPr sz="1350" b="1">
                <a:solidFill>
                  <a:srgbClr val="A94442"/>
                </a:solidFill>
                <a:latin typeface="Malgun Gothic"/>
                <a:ea typeface="Malgun Gothic"/>
                <a:cs typeface="Malgun Gothic"/>
              </a:rPr>
              <a:t>대체하지 않습니다</a:t>
            </a:r>
          </a:p>
        </p:txBody>
      </p:sp>
      <p:sp>
        <p:nvSpPr>
          <p:cNvPr id="22" name="">
            <a:extLst xmlns:a="http://schemas.openxmlformats.org/drawingml/2006/main">
              <a:ext uri="{FF2B5EF4-FFF2-40B4-BE49-F238E27FC236}">
                <a16:creationId xmlns:a16="http://schemas.microsoft.com/office/drawing/2014/main" id="{392AC7CB-49F5-4BF8-88EE-728AD984C41C}"/>
              </a:ext>
            </a:extLst>
          </p:cNvPr>
          <p:cNvSpPr>
            <a:spLocks xmlns:a="http://schemas.openxmlformats.org/drawingml/2006/main" noGrp="1"/>
          </p:cNvSpPr>
          <p:nvPr/>
        </p:nvSpPr>
        <p:spPr>
          <a:xfrm xmlns:a="http://schemas.openxmlformats.org/drawingml/2006/main">
            <a:off x="609600" y="63722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67782"/>
                </a:solidFill>
                <a:latin typeface="Malgun Gothic"/>
                <a:ea typeface="Malgun Gothic"/>
                <a:cs typeface="Malgun Gothic"/>
              </a:defRPr>
            </a:pPr>
            <a:r>
              <a:rPr sz="1200" b="0">
                <a:solidFill>
                  <a:srgbClr val="667782"/>
                </a:solidFill>
                <a:latin typeface="Malgun Gothic"/>
                <a:ea typeface="Malgun Gothic"/>
                <a:cs typeface="Malgun Gothic"/>
              </a:rPr>
              <a:t>출처: v7_final_report.md 제품 사용 범위 · final-verification.json record_preservation</a:t>
            </a:r>
          </a:p>
        </p:txBody>
      </p:sp>
    </p:spTree>
    <p:extLst>
      <p:ext uri="{BB962C8B-B14F-4D97-AF65-F5344CB8AC3E}">
        <p14:creationId xmlns:p14="http://schemas.microsoft.com/office/powerpoint/2010/main" val="158165449"/>
      </p:ext>
    </p:extLst>
  </p:cSld>
</p:sld>
</file>

<file path=ppt/slides/slide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58518E4-EE93-4C3D-A559-B03EA6263D40}"/>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F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677E96-7553-4536-A3E6-09E5F065B88E}"/>
              </a:ext>
            </a:extLst>
          </p:cNvPr>
          <p:cNvSpPr>
            <a:spLocks xmlns:a="http://schemas.openxmlformats.org/drawingml/2006/main" noGrp="1"/>
          </p:cNvSpPr>
          <p:nvPr/>
        </p:nvSpPr>
        <p:spPr>
          <a:xfrm xmlns:a="http://schemas.openxmlformats.org/drawingml/2006/main">
            <a:off x="609600" y="2857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087F78"/>
                </a:solidFill>
                <a:latin typeface="Malgun Gothic"/>
                <a:ea typeface="Malgun Gothic"/>
                <a:cs typeface="Malgun Gothic"/>
              </a:defRPr>
            </a:pPr>
            <a:r>
              <a:rPr sz="1200" b="1">
                <a:solidFill>
                  <a:srgbClr val="087F78"/>
                </a:solidFill>
                <a:latin typeface="Malgun Gothic"/>
                <a:ea typeface="Malgun Gothic"/>
                <a:cs typeface="Malgun Gothic"/>
              </a:rPr>
              <a:t>08 · LIVE DEMO</a:t>
            </a:r>
          </a:p>
        </p:txBody>
      </p:sp>
      <p:sp>
        <p:nvSpPr>
          <p:cNvPr id="3" name="">
            <a:extLst xmlns:a="http://schemas.openxmlformats.org/drawingml/2006/main">
              <a:ext uri="{FF2B5EF4-FFF2-40B4-BE49-F238E27FC236}">
                <a16:creationId xmlns:a16="http://schemas.microsoft.com/office/drawing/2014/main" id="{23A67D26-A961-4BE0-BF3B-00A674DE2067}"/>
              </a:ext>
            </a:extLst>
          </p:cNvPr>
          <p:cNvSpPr>
            <a:spLocks xmlns:a="http://schemas.openxmlformats.org/drawingml/2006/main" noGrp="1"/>
          </p:cNvSpPr>
          <p:nvPr/>
        </p:nvSpPr>
        <p:spPr>
          <a:xfrm xmlns:a="http://schemas.openxmlformats.org/drawingml/2006/main">
            <a:off x="609600" y="5905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12263A"/>
                </a:solidFill>
                <a:latin typeface="Malgun Gothic"/>
                <a:ea typeface="Malgun Gothic"/>
                <a:cs typeface="Malgun Gothic"/>
              </a:defRPr>
            </a:pPr>
            <a:r>
              <a:rPr sz="2700" b="1">
                <a:solidFill>
                  <a:srgbClr val="12263A"/>
                </a:solidFill>
                <a:latin typeface="Malgun Gothic"/>
                <a:ea typeface="Malgun Gothic"/>
                <a:cs typeface="Malgun Gothic"/>
              </a:rPr>
              <a:t>150초 동안 세 공개 저장 질의를 확인합니다</a:t>
            </a:r>
          </a:p>
        </p:txBody>
      </p:sp>
      <p:sp>
        <p:nvSpPr>
          <p:cNvPr id="4" name="">
            <a:extLst xmlns:a="http://schemas.openxmlformats.org/drawingml/2006/main">
              <a:ext uri="{FF2B5EF4-FFF2-40B4-BE49-F238E27FC236}">
                <a16:creationId xmlns:a16="http://schemas.microsoft.com/office/drawing/2014/main" id="{4FE7164D-1802-4911-A041-8E466EC00DFA}"/>
              </a:ext>
            </a:extLst>
          </p:cNvPr>
          <p:cNvSpPr>
            <a:spLocks xmlns:a="http://schemas.openxmlformats.org/drawingml/2006/main" noGrp="1"/>
          </p:cNvSpPr>
          <p:nvPr/>
        </p:nvSpPr>
        <p:spPr>
          <a:xfrm xmlns:a="http://schemas.openxmlformats.org/drawingml/2006/main">
            <a:off x="628650" y="113347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667782"/>
                </a:solidFill>
                <a:latin typeface="Malgun Gothic"/>
                <a:ea typeface="Malgun Gothic"/>
                <a:cs typeface="Malgun Gothic"/>
              </a:defRPr>
            </a:pPr>
            <a:r>
              <a:rPr sz="1500" b="0">
                <a:solidFill>
                  <a:srgbClr val="667782"/>
                </a:solidFill>
                <a:latin typeface="Malgun Gothic"/>
                <a:ea typeface="Malgun Gothic"/>
                <a:cs typeface="Malgun Gothic"/>
              </a:rPr>
              <a:t>모든 결과는 저장 replay이며 새 외부 LLM이나 GPU 계산이 아닙니다.</a:t>
            </a:r>
          </a:p>
        </p:txBody>
      </p:sp>
      <p:sp>
        <p:nvSpPr>
          <p:cNvPr id="5" name="">
            <a:extLst xmlns:a="http://schemas.openxmlformats.org/drawingml/2006/main">
              <a:ext uri="{FF2B5EF4-FFF2-40B4-BE49-F238E27FC236}">
                <a16:creationId xmlns:a16="http://schemas.microsoft.com/office/drawing/2014/main" id="{20C49EE2-B67E-4386-8702-495B219405DF}"/>
              </a:ext>
            </a:extLst>
          </p:cNvPr>
          <p:cNvSpPr>
            <a:spLocks xmlns:a="http://schemas.openxmlformats.org/drawingml/2006/main" noGrp="1"/>
          </p:cNvSpPr>
          <p:nvPr/>
        </p:nvSpPr>
        <p:spPr>
          <a:xfrm xmlns:a="http://schemas.openxmlformats.org/drawingml/2006/main">
            <a:off x="11049000" y="638175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1">
                <a:solidFill>
                  <a:srgbClr val="667782"/>
                </a:solidFill>
                <a:latin typeface="Malgun Gothic"/>
                <a:ea typeface="Malgun Gothic"/>
                <a:cs typeface="Malgun Gothic"/>
              </a:defRPr>
            </a:pPr>
            <a:r>
              <a:rPr sz="1050" b="1">
                <a:solidFill>
                  <a:srgbClr val="667782"/>
                </a:solidFill>
                <a:latin typeface="Malgun Gothic"/>
                <a:ea typeface="Malgun Gothic"/>
                <a:cs typeface="Malgun Gothic"/>
              </a:rPr>
              <a:t>09</a:t>
            </a:r>
          </a:p>
        </p:txBody>
      </p:sp>
      <p:sp>
        <p:nvSpPr>
          <p:cNvPr id="6" name="">
            <a:extLst xmlns:a="http://schemas.openxmlformats.org/drawingml/2006/main">
              <a:ext uri="{FF2B5EF4-FFF2-40B4-BE49-F238E27FC236}">
                <a16:creationId xmlns:a16="http://schemas.microsoft.com/office/drawing/2014/main" id="{037E6A95-C0AD-47D3-A633-55E1757C5C69}"/>
              </a:ext>
            </a:extLst>
          </p:cNvPr>
          <p:cNvSpPr>
            <a:spLocks xmlns:a="http://schemas.openxmlformats.org/drawingml/2006/main" noGrp="1"/>
          </p:cNvSpPr>
          <p:nvPr/>
        </p:nvSpPr>
        <p:spPr>
          <a:xfrm xmlns:a="http://schemas.openxmlformats.org/drawingml/2006/main">
            <a:off x="495300" y="1581150"/>
            <a:ext cx="8048625" cy="4143375"/>
          </a:xfrm>
          <a:prstGeom xmlns:a="http://schemas.openxmlformats.org/drawingml/2006/main" prst="roundRect">
            <a:avLst>
              <a:gd name="adj" fmla="val 1839"/>
            </a:avLst>
          </a:prstGeom>
          <a:solidFill xmlns:a="http://schemas.openxmlformats.org/drawingml/2006/main">
            <a:srgbClr val="FFFFFF"/>
          </a:solidFill>
          <a:ln xmlns:a="http://schemas.openxmlformats.org/drawingml/2006/main" w="9525">
            <a:solidFill>
              <a:srgbClr val="CAD5D1"/>
            </a:solid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252dc8585bc941be"/>
          <a:stretch xmlns:a="http://schemas.openxmlformats.org/drawingml/2006/main"/>
        </p:blipFill>
        <p:spPr>
          <a:xfrm xmlns:a="http://schemas.openxmlformats.org/drawingml/2006/main">
            <a:off x="590550" y="1787884"/>
            <a:ext cx="7858125" cy="3729908"/>
          </a:xfrm>
          <a:prstGeom xmlns:a="http://schemas.openxmlformats.org/drawingml/2006/main" prst="roundRect">
            <a:avLst>
              <a:gd name="adj" fmla="val 2892"/>
            </a:avLst>
          </a:prstGeom>
        </p:spPr>
      </p:pic>
      <p:sp>
        <p:nvSpPr>
          <p:cNvPr id="8" name="">
            <a:extLst xmlns:a="http://schemas.openxmlformats.org/drawingml/2006/main">
              <a:ext uri="{FF2B5EF4-FFF2-40B4-BE49-F238E27FC236}">
                <a16:creationId xmlns:a16="http://schemas.microsoft.com/office/drawing/2014/main" id="{5CD6F510-A044-43C4-9FA4-933E0CE472E7}"/>
              </a:ext>
            </a:extLst>
          </p:cNvPr>
          <p:cNvSpPr>
            <a:spLocks xmlns:a="http://schemas.openxmlformats.org/drawingml/2006/main" noGrp="1"/>
          </p:cNvSpPr>
          <p:nvPr/>
        </p:nvSpPr>
        <p:spPr>
          <a:xfrm xmlns:a="http://schemas.openxmlformats.org/drawingml/2006/main">
            <a:off x="8953500" y="17145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087F78"/>
                </a:solidFill>
                <a:latin typeface="Malgun Gothic"/>
                <a:ea typeface="Malgun Gothic"/>
                <a:cs typeface="Malgun Gothic"/>
              </a:defRPr>
            </a:pPr>
            <a:r>
              <a:rPr sz="1200" b="1">
                <a:solidFill>
                  <a:srgbClr val="087F78"/>
                </a:solidFill>
                <a:latin typeface="Malgun Gothic"/>
                <a:ea typeface="Malgun Gothic"/>
                <a:cs typeface="Malgun Gothic"/>
              </a:rPr>
              <a:t>QUERY 1</a:t>
            </a:r>
          </a:p>
        </p:txBody>
      </p:sp>
      <p:sp>
        <p:nvSpPr>
          <p:cNvPr id="9" name="">
            <a:extLst xmlns:a="http://schemas.openxmlformats.org/drawingml/2006/main">
              <a:ext uri="{FF2B5EF4-FFF2-40B4-BE49-F238E27FC236}">
                <a16:creationId xmlns:a16="http://schemas.microsoft.com/office/drawing/2014/main" id="{689554B1-34DB-4E76-9829-904E62569FC2}"/>
              </a:ext>
            </a:extLst>
          </p:cNvPr>
          <p:cNvSpPr>
            <a:spLocks xmlns:a="http://schemas.openxmlformats.org/drawingml/2006/main" noGrp="1"/>
          </p:cNvSpPr>
          <p:nvPr/>
        </p:nvSpPr>
        <p:spPr>
          <a:xfrm xmlns:a="http://schemas.openxmlformats.org/drawingml/2006/main">
            <a:off x="8953500" y="1952625"/>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12263A"/>
                </a:solidFill>
                <a:latin typeface="Malgun Gothic"/>
                <a:ea typeface="Malgun Gothic"/>
                <a:cs typeface="Malgun Gothic"/>
              </a:defRPr>
            </a:pPr>
            <a:r>
              <a:rPr sz="1500" b="1">
                <a:solidFill>
                  <a:srgbClr val="12263A"/>
                </a:solidFill>
                <a:latin typeface="Malgun Gothic"/>
                <a:ea typeface="Malgun Gothic"/>
                <a:cs typeface="Malgun Gothic"/>
              </a:rPr>
              <a:t>CRBN·VHL·linker 비교</a:t>
            </a:r>
          </a:p>
        </p:txBody>
      </p:sp>
      <p:sp>
        <p:nvSpPr>
          <p:cNvPr id="10" name="">
            <a:extLst xmlns:a="http://schemas.openxmlformats.org/drawingml/2006/main">
              <a:ext uri="{FF2B5EF4-FFF2-40B4-BE49-F238E27FC236}">
                <a16:creationId xmlns:a16="http://schemas.microsoft.com/office/drawing/2014/main" id="{114F581C-D677-4EA4-A320-764733DE09BD}"/>
              </a:ext>
            </a:extLst>
          </p:cNvPr>
          <p:cNvSpPr>
            <a:spLocks xmlns:a="http://schemas.openxmlformats.org/drawingml/2006/main" noGrp="1"/>
          </p:cNvSpPr>
          <p:nvPr/>
        </p:nvSpPr>
        <p:spPr>
          <a:xfrm xmlns:a="http://schemas.openxmlformats.org/drawingml/2006/main">
            <a:off x="8953500" y="2257425"/>
            <a:ext cx="257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233746"/>
                </a:solidFill>
                <a:latin typeface="Malgun Gothic"/>
                <a:ea typeface="Malgun Gothic"/>
                <a:cs typeface="Malgun Gothic"/>
              </a:defRPr>
            </a:pPr>
            <a:r>
              <a:rPr sz="1350" b="1">
                <a:solidFill>
                  <a:srgbClr val="233746"/>
                </a:solidFill>
                <a:latin typeface="Malgun Gothic"/>
                <a:ea typeface="Malgun Gothic"/>
                <a:cs typeface="Malgun Gothic"/>
              </a:rPr>
              <a:t>탐색 후보 324개</a:t>
            </a:r>
          </a:p>
          <a:p xmlns:a="http://schemas.openxmlformats.org/drawingml/2006/main">
            <a:pPr algn="l">
              <a:defRPr sz="1350" b="1">
                <a:solidFill>
                  <a:srgbClr val="233746"/>
                </a:solidFill>
                <a:latin typeface="Malgun Gothic"/>
                <a:ea typeface="Malgun Gothic"/>
                <a:cs typeface="Malgun Gothic"/>
              </a:defRPr>
            </a:pPr>
            <a:r>
              <a:rPr sz="1350" b="1">
                <a:solidFill>
                  <a:srgbClr val="233746"/>
                </a:solidFill>
                <a:latin typeface="Malgun Gothic"/>
                <a:ea typeface="Malgun Gothic"/>
                <a:cs typeface="Malgun Gothic"/>
              </a:rPr>
              <a:t>화면 비교 3개</a:t>
            </a:r>
          </a:p>
        </p:txBody>
      </p:sp>
      <p:sp>
        <p:nvSpPr>
          <p:cNvPr id="11" name="">
            <a:extLst xmlns:a="http://schemas.openxmlformats.org/drawingml/2006/main">
              <a:ext uri="{FF2B5EF4-FFF2-40B4-BE49-F238E27FC236}">
                <a16:creationId xmlns:a16="http://schemas.microsoft.com/office/drawing/2014/main" id="{5DAE206D-64F5-4FDB-B607-FCB5C1EA1ED3}"/>
              </a:ext>
            </a:extLst>
          </p:cNvPr>
          <p:cNvSpPr>
            <a:spLocks xmlns:a="http://schemas.openxmlformats.org/drawingml/2006/main" noGrp="1"/>
          </p:cNvSpPr>
          <p:nvPr/>
        </p:nvSpPr>
        <p:spPr>
          <a:xfrm xmlns:a="http://schemas.openxmlformats.org/drawingml/2006/main">
            <a:off x="8953500" y="2809875"/>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087F78"/>
                </a:solidFill>
                <a:latin typeface="Malgun Gothic"/>
                <a:ea typeface="Malgun Gothic"/>
                <a:cs typeface="Malgun Gothic"/>
              </a:defRPr>
            </a:pPr>
            <a:r>
              <a:rPr sz="1200" b="1">
                <a:solidFill>
                  <a:srgbClr val="087F78"/>
                </a:solidFill>
                <a:latin typeface="Malgun Gothic"/>
                <a:ea typeface="Malgun Gothic"/>
                <a:cs typeface="Malgun Gothic"/>
              </a:rPr>
              <a:t>QUERY 2</a:t>
            </a:r>
          </a:p>
        </p:txBody>
      </p:sp>
      <p:sp>
        <p:nvSpPr>
          <p:cNvPr id="12" name="">
            <a:extLst xmlns:a="http://schemas.openxmlformats.org/drawingml/2006/main">
              <a:ext uri="{FF2B5EF4-FFF2-40B4-BE49-F238E27FC236}">
                <a16:creationId xmlns:a16="http://schemas.microsoft.com/office/drawing/2014/main" id="{D74B105F-2875-483B-817E-4DB2C26AE197}"/>
              </a:ext>
            </a:extLst>
          </p:cNvPr>
          <p:cNvSpPr>
            <a:spLocks xmlns:a="http://schemas.openxmlformats.org/drawingml/2006/main" noGrp="1"/>
          </p:cNvSpPr>
          <p:nvPr/>
        </p:nvSpPr>
        <p:spPr>
          <a:xfrm xmlns:a="http://schemas.openxmlformats.org/drawingml/2006/main">
            <a:off x="8953500" y="30480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12263A"/>
                </a:solidFill>
                <a:latin typeface="Malgun Gothic"/>
                <a:ea typeface="Malgun Gothic"/>
                <a:cs typeface="Malgun Gothic"/>
              </a:defRPr>
            </a:pPr>
            <a:r>
              <a:rPr sz="1650" b="1">
                <a:solidFill>
                  <a:srgbClr val="12263A"/>
                </a:solidFill>
                <a:latin typeface="Malgun Gothic"/>
                <a:ea typeface="Malgun Gothic"/>
                <a:cs typeface="Malgun Gothic"/>
              </a:rPr>
              <a:t>실패·제외 사유</a:t>
            </a:r>
          </a:p>
        </p:txBody>
      </p:sp>
      <p:sp>
        <p:nvSpPr>
          <p:cNvPr id="13" name="">
            <a:extLst xmlns:a="http://schemas.openxmlformats.org/drawingml/2006/main">
              <a:ext uri="{FF2B5EF4-FFF2-40B4-BE49-F238E27FC236}">
                <a16:creationId xmlns:a16="http://schemas.microsoft.com/office/drawing/2014/main" id="{199F57A4-D50D-49CE-8190-6A12A66BB5E5}"/>
              </a:ext>
            </a:extLst>
          </p:cNvPr>
          <p:cNvSpPr>
            <a:spLocks xmlns:a="http://schemas.openxmlformats.org/drawingml/2006/main" noGrp="1"/>
          </p:cNvSpPr>
          <p:nvPr/>
        </p:nvSpPr>
        <p:spPr>
          <a:xfrm xmlns:a="http://schemas.openxmlformats.org/drawingml/2006/main">
            <a:off x="8953500" y="3352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233746"/>
                </a:solidFill>
                <a:latin typeface="Malgun Gothic"/>
                <a:ea typeface="Malgun Gothic"/>
                <a:cs typeface="Malgun Gothic"/>
              </a:defRPr>
            </a:pPr>
            <a:r>
              <a:rPr sz="1275" b="1">
                <a:solidFill>
                  <a:srgbClr val="233746"/>
                </a:solidFill>
                <a:latin typeface="Malgun Gothic"/>
                <a:ea typeface="Malgun Gothic"/>
                <a:cs typeface="Malgun Gothic"/>
              </a:rPr>
              <a:t>실행 실패 3 · pose 제외 91</a:t>
            </a:r>
          </a:p>
        </p:txBody>
      </p:sp>
      <p:sp>
        <p:nvSpPr>
          <p:cNvPr id="14" name="">
            <a:extLst xmlns:a="http://schemas.openxmlformats.org/drawingml/2006/main">
              <a:ext uri="{FF2B5EF4-FFF2-40B4-BE49-F238E27FC236}">
                <a16:creationId xmlns:a16="http://schemas.microsoft.com/office/drawing/2014/main" id="{DA4359B6-9013-43CD-9E31-2AA274EF9809}"/>
              </a:ext>
            </a:extLst>
          </p:cNvPr>
          <p:cNvSpPr>
            <a:spLocks xmlns:a="http://schemas.openxmlformats.org/drawingml/2006/main" noGrp="1"/>
          </p:cNvSpPr>
          <p:nvPr/>
        </p:nvSpPr>
        <p:spPr>
          <a:xfrm xmlns:a="http://schemas.openxmlformats.org/drawingml/2006/main">
            <a:off x="8953500" y="3857625"/>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087F78"/>
                </a:solidFill>
                <a:latin typeface="Malgun Gothic"/>
                <a:ea typeface="Malgun Gothic"/>
                <a:cs typeface="Malgun Gothic"/>
              </a:defRPr>
            </a:pPr>
            <a:r>
              <a:rPr sz="1200" b="1">
                <a:solidFill>
                  <a:srgbClr val="087F78"/>
                </a:solidFill>
                <a:latin typeface="Malgun Gothic"/>
                <a:ea typeface="Malgun Gothic"/>
                <a:cs typeface="Malgun Gothic"/>
              </a:rPr>
              <a:t>QUERY 3</a:t>
            </a:r>
          </a:p>
        </p:txBody>
      </p:sp>
      <p:sp>
        <p:nvSpPr>
          <p:cNvPr id="15" name="">
            <a:extLst xmlns:a="http://schemas.openxmlformats.org/drawingml/2006/main">
              <a:ext uri="{FF2B5EF4-FFF2-40B4-BE49-F238E27FC236}">
                <a16:creationId xmlns:a16="http://schemas.microsoft.com/office/drawing/2014/main" id="{6D9CE355-98A8-4306-B8EF-8F4EBCAD1537}"/>
              </a:ext>
            </a:extLst>
          </p:cNvPr>
          <p:cNvSpPr>
            <a:spLocks xmlns:a="http://schemas.openxmlformats.org/drawingml/2006/main" noGrp="1"/>
          </p:cNvSpPr>
          <p:nvPr/>
        </p:nvSpPr>
        <p:spPr>
          <a:xfrm xmlns:a="http://schemas.openxmlformats.org/drawingml/2006/main">
            <a:off x="8953500" y="409575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12263A"/>
                </a:solidFill>
                <a:latin typeface="Malgun Gothic"/>
                <a:ea typeface="Malgun Gothic"/>
                <a:cs typeface="Malgun Gothic"/>
              </a:defRPr>
            </a:pPr>
            <a:r>
              <a:rPr sz="1650" b="1">
                <a:solidFill>
                  <a:srgbClr val="12263A"/>
                </a:solidFill>
                <a:latin typeface="Malgun Gothic"/>
                <a:ea typeface="Malgun Gothic"/>
                <a:cs typeface="Malgun Gothic"/>
              </a:rPr>
              <a:t>기준 14개·AI 제안</a:t>
            </a:r>
          </a:p>
        </p:txBody>
      </p:sp>
      <p:sp>
        <p:nvSpPr>
          <p:cNvPr id="16" name="">
            <a:extLst xmlns:a="http://schemas.openxmlformats.org/drawingml/2006/main">
              <a:ext uri="{FF2B5EF4-FFF2-40B4-BE49-F238E27FC236}">
                <a16:creationId xmlns:a16="http://schemas.microsoft.com/office/drawing/2014/main" id="{CB351422-EF54-40DA-9373-5CE09E243231}"/>
              </a:ext>
            </a:extLst>
          </p:cNvPr>
          <p:cNvSpPr>
            <a:spLocks xmlns:a="http://schemas.openxmlformats.org/drawingml/2006/main" noGrp="1"/>
          </p:cNvSpPr>
          <p:nvPr/>
        </p:nvSpPr>
        <p:spPr>
          <a:xfrm xmlns:a="http://schemas.openxmlformats.org/drawingml/2006/main">
            <a:off x="8953500" y="4400550"/>
            <a:ext cx="257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233746"/>
                </a:solidFill>
                <a:latin typeface="Malgun Gothic"/>
                <a:ea typeface="Malgun Gothic"/>
                <a:cs typeface="Malgun Gothic"/>
              </a:defRPr>
            </a:pPr>
            <a:r>
              <a:rPr sz="1350" b="1">
                <a:solidFill>
                  <a:srgbClr val="233746"/>
                </a:solidFill>
                <a:latin typeface="Malgun Gothic"/>
                <a:ea typeface="Malgun Gothic"/>
                <a:cs typeface="Malgun Gothic"/>
              </a:rPr>
              <a:t>3/4/7 · AI 6호출</a:t>
            </a:r>
          </a:p>
          <a:p xmlns:a="http://schemas.openxmlformats.org/drawingml/2006/main">
            <a:pPr algn="l">
              <a:defRPr sz="1350" b="1">
                <a:solidFill>
                  <a:srgbClr val="233746"/>
                </a:solidFill>
                <a:latin typeface="Malgun Gothic"/>
                <a:ea typeface="Malgun Gothic"/>
                <a:cs typeface="Malgun Gothic"/>
              </a:defRPr>
            </a:pPr>
            <a:r>
              <a:rPr sz="1350" b="1">
                <a:solidFill>
                  <a:srgbClr val="233746"/>
                </a:solidFill>
                <a:latin typeface="Malgun Gothic"/>
                <a:ea typeface="Malgun Gothic"/>
                <a:cs typeface="Malgun Gothic"/>
              </a:rPr>
              <a:t>추가 holdout 3/5</a:t>
            </a:r>
          </a:p>
        </p:txBody>
      </p:sp>
      <p:sp>
        <p:nvSpPr>
          <p:cNvPr id="17" name="">
            <a:extLst xmlns:a="http://schemas.openxmlformats.org/drawingml/2006/main">
              <a:ext uri="{FF2B5EF4-FFF2-40B4-BE49-F238E27FC236}">
                <a16:creationId xmlns:a16="http://schemas.microsoft.com/office/drawing/2014/main" id="{5DD6DAFB-A57B-4CEA-917F-62BFA2EF0EDD}"/>
              </a:ext>
            </a:extLst>
          </p:cNvPr>
          <p:cNvSpPr>
            <a:spLocks xmlns:a="http://schemas.openxmlformats.org/drawingml/2006/main" noGrp="1"/>
          </p:cNvSpPr>
          <p:nvPr/>
        </p:nvSpPr>
        <p:spPr>
          <a:xfrm xmlns:a="http://schemas.openxmlformats.org/drawingml/2006/main">
            <a:off x="8810625" y="5105400"/>
            <a:ext cx="2714625" cy="552450"/>
          </a:xfrm>
          <a:prstGeom xmlns:a="http://schemas.openxmlformats.org/drawingml/2006/main" prst="roundRect">
            <a:avLst>
              <a:gd name="adj" fmla="val 13793"/>
            </a:avLst>
          </a:prstGeom>
          <a:solidFill xmlns:a="http://schemas.openxmlformats.org/drawingml/2006/main">
            <a:srgbClr val="E6EFEC"/>
          </a:solidFill>
          <a:ln xmlns:a="http://schemas.openxmlformats.org/drawingml/2006/main" w="9525">
            <a:solidFill>
              <a:srgbClr val="CAD5D1"/>
            </a:solidFill>
          </a:ln>
        </p:spPr>
      </p:sp>
      <p:sp>
        <p:nvSpPr>
          <p:cNvPr id="18" name="">
            <a:extLst xmlns:a="http://schemas.openxmlformats.org/drawingml/2006/main">
              <a:ext uri="{FF2B5EF4-FFF2-40B4-BE49-F238E27FC236}">
                <a16:creationId xmlns:a16="http://schemas.microsoft.com/office/drawing/2014/main" id="{1F7B1F7C-C3C5-406C-98A4-7D4CEA781D5F}"/>
              </a:ext>
            </a:extLst>
          </p:cNvPr>
          <p:cNvSpPr>
            <a:spLocks xmlns:a="http://schemas.openxmlformats.org/drawingml/2006/main" noGrp="1"/>
          </p:cNvSpPr>
          <p:nvPr/>
        </p:nvSpPr>
        <p:spPr>
          <a:xfrm xmlns:a="http://schemas.openxmlformats.org/drawingml/2006/main">
            <a:off x="8943975" y="5210175"/>
            <a:ext cx="2447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350" b="1">
                <a:solidFill>
                  <a:srgbClr val="087F78"/>
                </a:solidFill>
                <a:latin typeface="Malgun Gothic"/>
                <a:ea typeface="Malgun Gothic"/>
                <a:cs typeface="Malgun Gothic"/>
              </a:defRPr>
            </a:pPr>
            <a:r>
              <a:rPr sz="1350" b="1">
                <a:solidFill>
                  <a:srgbClr val="087F78"/>
                </a:solidFill>
                <a:latin typeface="Malgun Gothic"/>
                <a:ea typeface="Malgun Gothic"/>
                <a:cs typeface="Malgun Gothic"/>
              </a:rPr>
              <a:t>저장 근거 조회</a:t>
            </a:r>
          </a:p>
        </p:txBody>
      </p:sp>
      <p:sp>
        <p:nvSpPr>
          <p:cNvPr id="19" name="">
            <a:extLst xmlns:a="http://schemas.openxmlformats.org/drawingml/2006/main">
              <a:ext uri="{FF2B5EF4-FFF2-40B4-BE49-F238E27FC236}">
                <a16:creationId xmlns:a16="http://schemas.microsoft.com/office/drawing/2014/main" id="{69193845-7A1F-4898-B37F-1D12E4B5F6FB}"/>
              </a:ext>
            </a:extLst>
          </p:cNvPr>
          <p:cNvSpPr>
            <a:spLocks xmlns:a="http://schemas.openxmlformats.org/drawingml/2006/main" noGrp="1"/>
          </p:cNvSpPr>
          <p:nvPr/>
        </p:nvSpPr>
        <p:spPr>
          <a:xfrm xmlns:a="http://schemas.openxmlformats.org/drawingml/2006/main">
            <a:off x="609600" y="5953125"/>
            <a:ext cx="1076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12263A"/>
                </a:solidFill>
                <a:latin typeface="Malgun Gothic"/>
                <a:ea typeface="Malgun Gothic"/>
                <a:cs typeface="Malgun Gothic"/>
              </a:defRPr>
            </a:pPr>
            <a:r>
              <a:rPr sz="1350" b="1">
                <a:solidFill>
                  <a:srgbClr val="12263A"/>
                </a:solidFill>
                <a:latin typeface="Malgun Gothic"/>
                <a:ea typeface="Malgun Gothic"/>
                <a:cs typeface="Malgun Gothic"/>
              </a:rPr>
              <a:t>https://mr-bbawwi.github.io/tpd-navigator-submission-2026/</a:t>
            </a:r>
          </a:p>
        </p:txBody>
      </p:sp>
      <p:sp>
        <p:nvSpPr>
          <p:cNvPr id="20" name="">
            <a:extLst xmlns:a="http://schemas.openxmlformats.org/drawingml/2006/main">
              <a:ext uri="{FF2B5EF4-FFF2-40B4-BE49-F238E27FC236}">
                <a16:creationId xmlns:a16="http://schemas.microsoft.com/office/drawing/2014/main" id="{02C374E4-B52B-4408-BBE2-F3F83E6C0C70}"/>
              </a:ext>
            </a:extLst>
          </p:cNvPr>
          <p:cNvSpPr>
            <a:spLocks xmlns:a="http://schemas.openxmlformats.org/drawingml/2006/main" noGrp="1"/>
          </p:cNvSpPr>
          <p:nvPr/>
        </p:nvSpPr>
        <p:spPr>
          <a:xfrm xmlns:a="http://schemas.openxmlformats.org/drawingml/2006/main">
            <a:off x="609600" y="63722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67782"/>
                </a:solidFill>
                <a:latin typeface="Malgun Gothic"/>
                <a:ea typeface="Malgun Gothic"/>
                <a:cs typeface="Malgun Gothic"/>
              </a:defRPr>
            </a:pPr>
            <a:r>
              <a:rPr sz="1200" b="0">
                <a:solidFill>
                  <a:srgbClr val="667782"/>
                </a:solidFill>
                <a:latin typeface="Malgun Gothic"/>
                <a:ea typeface="Malgun Gothic"/>
                <a:cs typeface="Malgun Gothic"/>
              </a:rPr>
              <a:t>화면: 공개 데모 실제 캡처 · 절차: v7_demo_runbook.md</a:t>
            </a:r>
          </a:p>
        </p:txBody>
      </p:sp>
    </p:spTree>
    <p:extLst>
      <p:ext uri="{BB962C8B-B14F-4D97-AF65-F5344CB8AC3E}">
        <p14:creationId xmlns:p14="http://schemas.microsoft.com/office/powerpoint/2010/main" val="1033585102"/>
      </p:ext>
    </p:extLst>
  </p:cSld>
</p:sld>
</file>

<file path=ppt/slides/slide10.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867808A-4C43-4A97-8D42-3A9779347DAE}"/>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F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0C2AF09-2C16-409C-A27D-DA08D37A5C95}"/>
              </a:ext>
            </a:extLst>
          </p:cNvPr>
          <p:cNvSpPr>
            <a:spLocks xmlns:a="http://schemas.openxmlformats.org/drawingml/2006/main" noGrp="1"/>
          </p:cNvSpPr>
          <p:nvPr/>
        </p:nvSpPr>
        <p:spPr>
          <a:xfrm xmlns:a="http://schemas.openxmlformats.org/drawingml/2006/main">
            <a:off x="609600" y="2857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087F78"/>
                </a:solidFill>
                <a:latin typeface="Malgun Gothic"/>
                <a:ea typeface="Malgun Gothic"/>
                <a:cs typeface="Malgun Gothic"/>
              </a:defRPr>
            </a:pPr>
            <a:r>
              <a:rPr sz="1200" b="1">
                <a:solidFill>
                  <a:srgbClr val="087F78"/>
                </a:solidFill>
                <a:latin typeface="Malgun Gothic"/>
                <a:ea typeface="Malgun Gothic"/>
                <a:cs typeface="Malgun Gothic"/>
              </a:rPr>
              <a:t>09 · ENGINEERING</a:t>
            </a:r>
          </a:p>
        </p:txBody>
      </p:sp>
      <p:sp>
        <p:nvSpPr>
          <p:cNvPr id="3" name="">
            <a:extLst xmlns:a="http://schemas.openxmlformats.org/drawingml/2006/main">
              <a:ext uri="{FF2B5EF4-FFF2-40B4-BE49-F238E27FC236}">
                <a16:creationId xmlns:a16="http://schemas.microsoft.com/office/drawing/2014/main" id="{7921A5F1-A9B1-49A2-977B-D334D44A72FA}"/>
              </a:ext>
            </a:extLst>
          </p:cNvPr>
          <p:cNvSpPr>
            <a:spLocks xmlns:a="http://schemas.openxmlformats.org/drawingml/2006/main" noGrp="1"/>
          </p:cNvSpPr>
          <p:nvPr/>
        </p:nvSpPr>
        <p:spPr>
          <a:xfrm xmlns:a="http://schemas.openxmlformats.org/drawingml/2006/main">
            <a:off x="609600" y="5905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12263A"/>
                </a:solidFill>
                <a:latin typeface="Malgun Gothic"/>
                <a:ea typeface="Malgun Gothic"/>
                <a:cs typeface="Malgun Gothic"/>
              </a:defRPr>
            </a:pPr>
            <a:r>
              <a:rPr sz="2700" b="1">
                <a:solidFill>
                  <a:srgbClr val="12263A"/>
                </a:solidFill>
                <a:latin typeface="Malgun Gothic"/>
                <a:ea typeface="Malgun Gothic"/>
                <a:cs typeface="Malgun Gothic"/>
              </a:rPr>
              <a:t>실행과 복원을 직접 검증했습니다</a:t>
            </a:r>
          </a:p>
        </p:txBody>
      </p:sp>
      <p:sp>
        <p:nvSpPr>
          <p:cNvPr id="4" name="">
            <a:extLst xmlns:a="http://schemas.openxmlformats.org/drawingml/2006/main">
              <a:ext uri="{FF2B5EF4-FFF2-40B4-BE49-F238E27FC236}">
                <a16:creationId xmlns:a16="http://schemas.microsoft.com/office/drawing/2014/main" id="{FF6B35B8-C745-4620-9093-C88848B330BF}"/>
              </a:ext>
            </a:extLst>
          </p:cNvPr>
          <p:cNvSpPr>
            <a:spLocks xmlns:a="http://schemas.openxmlformats.org/drawingml/2006/main" noGrp="1"/>
          </p:cNvSpPr>
          <p:nvPr/>
        </p:nvSpPr>
        <p:spPr>
          <a:xfrm xmlns:a="http://schemas.openxmlformats.org/drawingml/2006/main">
            <a:off x="628650" y="113347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667782"/>
                </a:solidFill>
                <a:latin typeface="Malgun Gothic"/>
                <a:ea typeface="Malgun Gothic"/>
                <a:cs typeface="Malgun Gothic"/>
              </a:defRPr>
            </a:pPr>
            <a:r>
              <a:rPr sz="1500" b="0">
                <a:solidFill>
                  <a:srgbClr val="667782"/>
                </a:solidFill>
                <a:latin typeface="Malgun Gothic"/>
                <a:ea typeface="Malgun Gothic"/>
                <a:cs typeface="Malgun Gothic"/>
              </a:rPr>
              <a:t>시험, 실제 CPU 실행, lifecycle, 패키지를 같은 영수증으로 확인</a:t>
            </a:r>
          </a:p>
        </p:txBody>
      </p:sp>
      <p:sp>
        <p:nvSpPr>
          <p:cNvPr id="5" name="">
            <a:extLst xmlns:a="http://schemas.openxmlformats.org/drawingml/2006/main">
              <a:ext uri="{FF2B5EF4-FFF2-40B4-BE49-F238E27FC236}">
                <a16:creationId xmlns:a16="http://schemas.microsoft.com/office/drawing/2014/main" id="{311E73EA-7D1B-488F-9344-BD9736033247}"/>
              </a:ext>
            </a:extLst>
          </p:cNvPr>
          <p:cNvSpPr>
            <a:spLocks xmlns:a="http://schemas.openxmlformats.org/drawingml/2006/main" noGrp="1"/>
          </p:cNvSpPr>
          <p:nvPr/>
        </p:nvSpPr>
        <p:spPr>
          <a:xfrm xmlns:a="http://schemas.openxmlformats.org/drawingml/2006/main">
            <a:off x="11049000" y="638175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1">
                <a:solidFill>
                  <a:srgbClr val="667782"/>
                </a:solidFill>
                <a:latin typeface="Malgun Gothic"/>
                <a:ea typeface="Malgun Gothic"/>
                <a:cs typeface="Malgun Gothic"/>
              </a:defRPr>
            </a:pPr>
            <a:r>
              <a:rPr sz="1050" b="1">
                <a:solidFill>
                  <a:srgbClr val="667782"/>
                </a:solidFill>
                <a:latin typeface="Malgun Gothic"/>
                <a:ea typeface="Malgun Gothic"/>
                <a:cs typeface="Malgun Gothic"/>
              </a:rPr>
              <a:t>10</a:t>
            </a:r>
          </a:p>
        </p:txBody>
      </p:sp>
      <p:sp>
        <p:nvSpPr>
          <p:cNvPr id="6" name="">
            <a:extLst xmlns:a="http://schemas.openxmlformats.org/drawingml/2006/main">
              <a:ext uri="{FF2B5EF4-FFF2-40B4-BE49-F238E27FC236}">
                <a16:creationId xmlns:a16="http://schemas.microsoft.com/office/drawing/2014/main" id="{79F0789A-B167-4328-88D0-7F5E53DDB04A}"/>
              </a:ext>
            </a:extLst>
          </p:cNvPr>
          <p:cNvSpPr>
            <a:spLocks xmlns:a="http://schemas.openxmlformats.org/drawingml/2006/main" noGrp="1"/>
          </p:cNvSpPr>
          <p:nvPr/>
        </p:nvSpPr>
        <p:spPr>
          <a:xfrm xmlns:a="http://schemas.openxmlformats.org/drawingml/2006/main">
            <a:off x="723900" y="1809750"/>
            <a:ext cx="238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050" b="1">
                <a:solidFill>
                  <a:srgbClr val="087F78"/>
                </a:solidFill>
                <a:latin typeface="Malgun Gothic"/>
                <a:ea typeface="Malgun Gothic"/>
                <a:cs typeface="Malgun Gothic"/>
              </a:defRPr>
            </a:pPr>
            <a:r>
              <a:rPr sz="4050" b="1">
                <a:solidFill>
                  <a:srgbClr val="087F78"/>
                </a:solidFill>
                <a:latin typeface="Malgun Gothic"/>
                <a:ea typeface="Malgun Gothic"/>
                <a:cs typeface="Malgun Gothic"/>
              </a:rPr>
              <a:t>1,202</a:t>
            </a:r>
          </a:p>
        </p:txBody>
      </p:sp>
      <p:sp>
        <p:nvSpPr>
          <p:cNvPr id="7" name="">
            <a:extLst xmlns:a="http://schemas.openxmlformats.org/drawingml/2006/main">
              <a:ext uri="{FF2B5EF4-FFF2-40B4-BE49-F238E27FC236}">
                <a16:creationId xmlns:a16="http://schemas.microsoft.com/office/drawing/2014/main" id="{A0B0D3AF-37B6-475F-B66C-5EF544F42F19}"/>
              </a:ext>
            </a:extLst>
          </p:cNvPr>
          <p:cNvSpPr>
            <a:spLocks xmlns:a="http://schemas.openxmlformats.org/drawingml/2006/main" noGrp="1"/>
          </p:cNvSpPr>
          <p:nvPr/>
        </p:nvSpPr>
        <p:spPr>
          <a:xfrm xmlns:a="http://schemas.openxmlformats.org/drawingml/2006/main">
            <a:off x="723900" y="2438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233746"/>
                </a:solidFill>
                <a:latin typeface="Malgun Gothic"/>
                <a:ea typeface="Malgun Gothic"/>
                <a:cs typeface="Malgun Gothic"/>
              </a:defRPr>
            </a:pPr>
            <a:r>
              <a:rPr sz="1500" b="0">
                <a:solidFill>
                  <a:srgbClr val="233746"/>
                </a:solidFill>
                <a:latin typeface="Malgun Gothic"/>
                <a:ea typeface="Malgun Gothic"/>
                <a:cs typeface="Malgun Gothic"/>
              </a:rPr>
              <a:t>tests total</a:t>
            </a:r>
          </a:p>
        </p:txBody>
      </p:sp>
      <p:sp>
        <p:nvSpPr>
          <p:cNvPr id="8" name="">
            <a:extLst xmlns:a="http://schemas.openxmlformats.org/drawingml/2006/main">
              <a:ext uri="{FF2B5EF4-FFF2-40B4-BE49-F238E27FC236}">
                <a16:creationId xmlns:a16="http://schemas.microsoft.com/office/drawing/2014/main" id="{610B4493-269E-4D6B-99BD-C39F99C183AC}"/>
              </a:ext>
            </a:extLst>
          </p:cNvPr>
          <p:cNvSpPr>
            <a:spLocks xmlns:a="http://schemas.openxmlformats.org/drawingml/2006/main" noGrp="1"/>
          </p:cNvSpPr>
          <p:nvPr/>
        </p:nvSpPr>
        <p:spPr>
          <a:xfrm xmlns:a="http://schemas.openxmlformats.org/drawingml/2006/main">
            <a:off x="3333750" y="1809750"/>
            <a:ext cx="266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050" b="1">
                <a:solidFill>
                  <a:srgbClr val="087F78"/>
                </a:solidFill>
                <a:latin typeface="Malgun Gothic"/>
                <a:ea typeface="Malgun Gothic"/>
                <a:cs typeface="Malgun Gothic"/>
              </a:defRPr>
            </a:pPr>
            <a:r>
              <a:rPr sz="4050" b="1">
                <a:solidFill>
                  <a:srgbClr val="087F78"/>
                </a:solidFill>
                <a:latin typeface="Malgun Gothic"/>
                <a:ea typeface="Malgun Gothic"/>
                <a:cs typeface="Malgun Gothic"/>
              </a:rPr>
              <a:t>1,186</a:t>
            </a:r>
          </a:p>
        </p:txBody>
      </p:sp>
      <p:sp>
        <p:nvSpPr>
          <p:cNvPr id="9" name="">
            <a:extLst xmlns:a="http://schemas.openxmlformats.org/drawingml/2006/main">
              <a:ext uri="{FF2B5EF4-FFF2-40B4-BE49-F238E27FC236}">
                <a16:creationId xmlns:a16="http://schemas.microsoft.com/office/drawing/2014/main" id="{3590DE91-24E0-4FB1-816A-40A1B2354DFD}"/>
              </a:ext>
            </a:extLst>
          </p:cNvPr>
          <p:cNvSpPr>
            <a:spLocks xmlns:a="http://schemas.openxmlformats.org/drawingml/2006/main" noGrp="1"/>
          </p:cNvSpPr>
          <p:nvPr/>
        </p:nvSpPr>
        <p:spPr>
          <a:xfrm xmlns:a="http://schemas.openxmlformats.org/drawingml/2006/main">
            <a:off x="3333750" y="2438400"/>
            <a:ext cx="266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233746"/>
                </a:solidFill>
                <a:latin typeface="Malgun Gothic"/>
                <a:ea typeface="Malgun Gothic"/>
                <a:cs typeface="Malgun Gothic"/>
              </a:defRPr>
            </a:pPr>
            <a:r>
              <a:rPr sz="1500" b="0">
                <a:solidFill>
                  <a:srgbClr val="233746"/>
                </a:solidFill>
                <a:latin typeface="Malgun Gothic"/>
                <a:ea typeface="Malgun Gothic"/>
                <a:cs typeface="Malgun Gothic"/>
              </a:rPr>
              <a:t>executed · passed</a:t>
            </a:r>
          </a:p>
        </p:txBody>
      </p:sp>
      <p:sp>
        <p:nvSpPr>
          <p:cNvPr id="10" name="">
            <a:extLst xmlns:a="http://schemas.openxmlformats.org/drawingml/2006/main">
              <a:ext uri="{FF2B5EF4-FFF2-40B4-BE49-F238E27FC236}">
                <a16:creationId xmlns:a16="http://schemas.microsoft.com/office/drawing/2014/main" id="{1235BC2D-9BB6-4FF0-8304-5EC6A0101BF1}"/>
              </a:ext>
            </a:extLst>
          </p:cNvPr>
          <p:cNvSpPr>
            <a:spLocks xmlns:a="http://schemas.openxmlformats.org/drawingml/2006/main" noGrp="1"/>
          </p:cNvSpPr>
          <p:nvPr/>
        </p:nvSpPr>
        <p:spPr>
          <a:xfrm xmlns:a="http://schemas.openxmlformats.org/drawingml/2006/main">
            <a:off x="6334125" y="1809750"/>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050" b="1">
                <a:solidFill>
                  <a:srgbClr val="C98721"/>
                </a:solidFill>
                <a:latin typeface="Malgun Gothic"/>
                <a:ea typeface="Malgun Gothic"/>
                <a:cs typeface="Malgun Gothic"/>
              </a:defRPr>
            </a:pPr>
            <a:r>
              <a:rPr sz="4050" b="1">
                <a:solidFill>
                  <a:srgbClr val="C98721"/>
                </a:solidFill>
                <a:latin typeface="Malgun Gothic"/>
                <a:ea typeface="Malgun Gothic"/>
                <a:cs typeface="Malgun Gothic"/>
              </a:rPr>
              <a:t>16</a:t>
            </a:r>
          </a:p>
        </p:txBody>
      </p:sp>
      <p:sp>
        <p:nvSpPr>
          <p:cNvPr id="11" name="">
            <a:extLst xmlns:a="http://schemas.openxmlformats.org/drawingml/2006/main">
              <a:ext uri="{FF2B5EF4-FFF2-40B4-BE49-F238E27FC236}">
                <a16:creationId xmlns:a16="http://schemas.microsoft.com/office/drawing/2014/main" id="{590B07A3-3073-47DB-A9C6-E83400100914}"/>
              </a:ext>
            </a:extLst>
          </p:cNvPr>
          <p:cNvSpPr>
            <a:spLocks xmlns:a="http://schemas.openxmlformats.org/drawingml/2006/main" noGrp="1"/>
          </p:cNvSpPr>
          <p:nvPr/>
        </p:nvSpPr>
        <p:spPr>
          <a:xfrm xmlns:a="http://schemas.openxmlformats.org/drawingml/2006/main">
            <a:off x="6334125" y="2438400"/>
            <a:ext cx="190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233746"/>
                </a:solidFill>
                <a:latin typeface="Malgun Gothic"/>
                <a:ea typeface="Malgun Gothic"/>
                <a:cs typeface="Malgun Gothic"/>
              </a:defRPr>
            </a:pPr>
            <a:r>
              <a:rPr sz="1500" b="0">
                <a:solidFill>
                  <a:srgbClr val="233746"/>
                </a:solidFill>
                <a:latin typeface="Malgun Gothic"/>
                <a:ea typeface="Malgun Gothic"/>
                <a:cs typeface="Malgun Gothic"/>
              </a:rPr>
              <a:t>skips</a:t>
            </a:r>
          </a:p>
        </p:txBody>
      </p:sp>
      <p:sp>
        <p:nvSpPr>
          <p:cNvPr id="12" name="">
            <a:extLst xmlns:a="http://schemas.openxmlformats.org/drawingml/2006/main">
              <a:ext uri="{FF2B5EF4-FFF2-40B4-BE49-F238E27FC236}">
                <a16:creationId xmlns:a16="http://schemas.microsoft.com/office/drawing/2014/main" id="{BFC19B27-D202-4366-A003-6FF0E0DDA44E}"/>
              </a:ext>
            </a:extLst>
          </p:cNvPr>
          <p:cNvSpPr>
            <a:spLocks xmlns:a="http://schemas.openxmlformats.org/drawingml/2006/main" noGrp="1"/>
          </p:cNvSpPr>
          <p:nvPr/>
        </p:nvSpPr>
        <p:spPr>
          <a:xfrm xmlns:a="http://schemas.openxmlformats.org/drawingml/2006/main">
            <a:off x="8572500" y="1809750"/>
            <a:ext cx="2762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050" b="1">
                <a:solidFill>
                  <a:srgbClr val="12263A"/>
                </a:solidFill>
                <a:latin typeface="Malgun Gothic"/>
                <a:ea typeface="Malgun Gothic"/>
                <a:cs typeface="Malgun Gothic"/>
              </a:defRPr>
            </a:pPr>
            <a:r>
              <a:rPr sz="4050" b="1">
                <a:solidFill>
                  <a:srgbClr val="12263A"/>
                </a:solidFill>
                <a:latin typeface="Malgun Gothic"/>
                <a:ea typeface="Malgun Gothic"/>
                <a:cs typeface="Malgun Gothic"/>
              </a:rPr>
              <a:t>191.875s</a:t>
            </a:r>
          </a:p>
        </p:txBody>
      </p:sp>
      <p:sp>
        <p:nvSpPr>
          <p:cNvPr id="13" name="">
            <a:extLst xmlns:a="http://schemas.openxmlformats.org/drawingml/2006/main">
              <a:ext uri="{FF2B5EF4-FFF2-40B4-BE49-F238E27FC236}">
                <a16:creationId xmlns:a16="http://schemas.microsoft.com/office/drawing/2014/main" id="{3C3CA8C3-68DE-4D37-87B9-A13E324BE624}"/>
              </a:ext>
            </a:extLst>
          </p:cNvPr>
          <p:cNvSpPr>
            <a:spLocks xmlns:a="http://schemas.openxmlformats.org/drawingml/2006/main" noGrp="1"/>
          </p:cNvSpPr>
          <p:nvPr/>
        </p:nvSpPr>
        <p:spPr>
          <a:xfrm xmlns:a="http://schemas.openxmlformats.org/drawingml/2006/main">
            <a:off x="8572500" y="2438400"/>
            <a:ext cx="276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233746"/>
                </a:solidFill>
                <a:latin typeface="Malgun Gothic"/>
                <a:ea typeface="Malgun Gothic"/>
                <a:cs typeface="Malgun Gothic"/>
              </a:defRPr>
            </a:pPr>
            <a:r>
              <a:rPr sz="1500" b="0">
                <a:solidFill>
                  <a:srgbClr val="233746"/>
                </a:solidFill>
                <a:latin typeface="Malgun Gothic"/>
                <a:ea typeface="Malgun Gothic"/>
                <a:cs typeface="Malgun Gothic"/>
              </a:rPr>
              <a:t>Fresh ZIP actual</a:t>
            </a:r>
          </a:p>
        </p:txBody>
      </p:sp>
      <p:sp>
        <p:nvSpPr>
          <p:cNvPr id="14" name="">
            <a:extLst xmlns:a="http://schemas.openxmlformats.org/drawingml/2006/main">
              <a:ext uri="{FF2B5EF4-FFF2-40B4-BE49-F238E27FC236}">
                <a16:creationId xmlns:a16="http://schemas.microsoft.com/office/drawing/2014/main" id="{55B941C5-281C-4F2F-B8F5-F7704203E1F4}"/>
              </a:ext>
            </a:extLst>
          </p:cNvPr>
          <p:cNvSpPr>
            <a:spLocks xmlns:a="http://schemas.openxmlformats.org/drawingml/2006/main" noGrp="1"/>
          </p:cNvSpPr>
          <p:nvPr/>
        </p:nvSpPr>
        <p:spPr>
          <a:xfrm xmlns:a="http://schemas.openxmlformats.org/drawingml/2006/main">
            <a:off x="723900" y="3143250"/>
            <a:ext cx="10287000" cy="19050"/>
          </a:xfrm>
          <a:prstGeom xmlns:a="http://schemas.openxmlformats.org/drawingml/2006/main" prst="rect">
            <a:avLst/>
          </a:prstGeom>
          <a:solidFill xmlns:a="http://schemas.openxmlformats.org/drawingml/2006/main">
            <a:srgbClr val="CAD5D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182CB5B-7FC6-47FA-BD29-2492DF0548E9}"/>
              </a:ext>
            </a:extLst>
          </p:cNvPr>
          <p:cNvSpPr>
            <a:spLocks xmlns:a="http://schemas.openxmlformats.org/drawingml/2006/main" noGrp="1"/>
          </p:cNvSpPr>
          <p:nvPr/>
        </p:nvSpPr>
        <p:spPr>
          <a:xfrm xmlns:a="http://schemas.openxmlformats.org/drawingml/2006/main">
            <a:off x="723900" y="35242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087F78"/>
                </a:solidFill>
                <a:latin typeface="Malgun Gothic"/>
                <a:ea typeface="Malgun Gothic"/>
                <a:cs typeface="Malgun Gothic"/>
              </a:defRPr>
            </a:pPr>
            <a:r>
              <a:rPr sz="1650" b="1">
                <a:solidFill>
                  <a:srgbClr val="087F78"/>
                </a:solidFill>
                <a:latin typeface="Malgun Gothic"/>
                <a:ea typeface="Malgun Gothic"/>
                <a:cs typeface="Malgun Gothic"/>
              </a:rPr>
              <a:t>Fresh ZIP 실제 CPU · 02 명령</a:t>
            </a:r>
          </a:p>
        </p:txBody>
      </p:sp>
      <p:sp>
        <p:nvSpPr>
          <p:cNvPr id="16" name="">
            <a:extLst xmlns:a="http://schemas.openxmlformats.org/drawingml/2006/main">
              <a:ext uri="{FF2B5EF4-FFF2-40B4-BE49-F238E27FC236}">
                <a16:creationId xmlns:a16="http://schemas.microsoft.com/office/drawing/2014/main" id="{2012C692-5F1B-432F-B4AA-CB56E9FA39AF}"/>
              </a:ext>
            </a:extLst>
          </p:cNvPr>
          <p:cNvSpPr>
            <a:spLocks xmlns:a="http://schemas.openxmlformats.org/drawingml/2006/main" noGrp="1"/>
          </p:cNvSpPr>
          <p:nvPr/>
        </p:nvSpPr>
        <p:spPr>
          <a:xfrm xmlns:a="http://schemas.openxmlformats.org/drawingml/2006/main">
            <a:off x="723900" y="3905250"/>
            <a:ext cx="1000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1">
                <a:solidFill>
                  <a:srgbClr val="12263A"/>
                </a:solidFill>
                <a:latin typeface="Malgun Gothic"/>
                <a:ea typeface="Malgun Gothic"/>
                <a:cs typeface="Malgun Gothic"/>
              </a:defRPr>
            </a:pPr>
            <a:r>
              <a:rPr sz="1950" b="1">
                <a:solidFill>
                  <a:srgbClr val="12263A"/>
                </a:solidFill>
                <a:latin typeface="Malgun Gothic"/>
                <a:ea typeface="Malgun Gothic"/>
                <a:cs typeface="Malgun Gothic"/>
              </a:rPr>
              <a:t>graph 38 · raw pose-qualified 8 · final strict 3 · assembly 6</a:t>
            </a:r>
          </a:p>
        </p:txBody>
      </p:sp>
      <p:sp>
        <p:nvSpPr>
          <p:cNvPr id="17" name="">
            <a:extLst xmlns:a="http://schemas.openxmlformats.org/drawingml/2006/main">
              <a:ext uri="{FF2B5EF4-FFF2-40B4-BE49-F238E27FC236}">
                <a16:creationId xmlns:a16="http://schemas.microsoft.com/office/drawing/2014/main" id="{AEF70B18-EE12-434A-B4CC-4BAD41DB4FFB}"/>
              </a:ext>
            </a:extLst>
          </p:cNvPr>
          <p:cNvSpPr>
            <a:spLocks xmlns:a="http://schemas.openxmlformats.org/drawingml/2006/main" noGrp="1"/>
          </p:cNvSpPr>
          <p:nvPr/>
        </p:nvSpPr>
        <p:spPr>
          <a:xfrm xmlns:a="http://schemas.openxmlformats.org/drawingml/2006/main">
            <a:off x="723900" y="44291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A94442"/>
                </a:solidFill>
                <a:latin typeface="Malgun Gothic"/>
                <a:ea typeface="Malgun Gothic"/>
                <a:cs typeface="Malgun Gothic"/>
              </a:defRPr>
            </a:pPr>
            <a:r>
              <a:rPr sz="1650" b="1">
                <a:solidFill>
                  <a:srgbClr val="A94442"/>
                </a:solidFill>
                <a:latin typeface="Malgun Gothic"/>
                <a:ea typeface="Malgun Gothic"/>
                <a:cs typeface="Malgun Gothic"/>
              </a:rPr>
              <a:t>assembly 6은 linker 1개 smoke입니다. 저장 기준선 36은 linker 6개로 분모가 다릅니다.</a:t>
            </a:r>
          </a:p>
        </p:txBody>
      </p:sp>
      <p:sp>
        <p:nvSpPr>
          <p:cNvPr id="18" name="">
            <a:extLst xmlns:a="http://schemas.openxmlformats.org/drawingml/2006/main">
              <a:ext uri="{FF2B5EF4-FFF2-40B4-BE49-F238E27FC236}">
                <a16:creationId xmlns:a16="http://schemas.microsoft.com/office/drawing/2014/main" id="{F644FC10-0D5F-479F-97BB-EBC97BF1A00A}"/>
              </a:ext>
            </a:extLst>
          </p:cNvPr>
          <p:cNvSpPr>
            <a:spLocks xmlns:a="http://schemas.openxmlformats.org/drawingml/2006/main" noGrp="1"/>
          </p:cNvSpPr>
          <p:nvPr/>
        </p:nvSpPr>
        <p:spPr>
          <a:xfrm xmlns:a="http://schemas.openxmlformats.org/drawingml/2006/main">
            <a:off x="723900" y="5257800"/>
            <a:ext cx="6477000" cy="571500"/>
          </a:xfrm>
          <a:prstGeom xmlns:a="http://schemas.openxmlformats.org/drawingml/2006/main" prst="roundRect">
            <a:avLst>
              <a:gd name="adj" fmla="val 13333"/>
            </a:avLst>
          </a:prstGeom>
          <a:solidFill xmlns:a="http://schemas.openxmlformats.org/drawingml/2006/main">
            <a:srgbClr val="E6EFEC"/>
          </a:solidFill>
          <a:ln xmlns:a="http://schemas.openxmlformats.org/drawingml/2006/main" w="9525">
            <a:solidFill>
              <a:srgbClr val="CAD5D1"/>
            </a:solidFill>
          </a:ln>
        </p:spPr>
      </p:sp>
      <p:sp>
        <p:nvSpPr>
          <p:cNvPr id="19" name="">
            <a:extLst xmlns:a="http://schemas.openxmlformats.org/drawingml/2006/main">
              <a:ext uri="{FF2B5EF4-FFF2-40B4-BE49-F238E27FC236}">
                <a16:creationId xmlns:a16="http://schemas.microsoft.com/office/drawing/2014/main" id="{80614E48-1E75-40B7-A7E7-ADD5FC10EB3D}"/>
              </a:ext>
            </a:extLst>
          </p:cNvPr>
          <p:cNvSpPr>
            <a:spLocks xmlns:a="http://schemas.openxmlformats.org/drawingml/2006/main" noGrp="1"/>
          </p:cNvSpPr>
          <p:nvPr/>
        </p:nvSpPr>
        <p:spPr>
          <a:xfrm xmlns:a="http://schemas.openxmlformats.org/drawingml/2006/main">
            <a:off x="857250" y="5362575"/>
            <a:ext cx="6210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75" b="1">
                <a:solidFill>
                  <a:srgbClr val="233746"/>
                </a:solidFill>
                <a:latin typeface="Malgun Gothic"/>
                <a:ea typeface="Malgun Gothic"/>
                <a:cs typeface="Malgun Gothic"/>
              </a:defRPr>
            </a:pPr>
            <a:r>
              <a:rPr sz="1575" b="1">
                <a:solidFill>
                  <a:srgbClr val="233746"/>
                </a:solidFill>
                <a:latin typeface="Malgun Gothic"/>
                <a:ea typeface="Malgun Gothic"/>
                <a:cs typeface="Malgun Gothic"/>
              </a:rPr>
              <a:t>0 failures · 0 errors · lifecycle 및 record hash 보존</a:t>
            </a:r>
          </a:p>
        </p:txBody>
      </p:sp>
      <p:sp>
        <p:nvSpPr>
          <p:cNvPr id="20" name="">
            <a:extLst xmlns:a="http://schemas.openxmlformats.org/drawingml/2006/main">
              <a:ext uri="{FF2B5EF4-FFF2-40B4-BE49-F238E27FC236}">
                <a16:creationId xmlns:a16="http://schemas.microsoft.com/office/drawing/2014/main" id="{0AE34057-CE3B-4C8E-8A23-138AF9B169F2}"/>
              </a:ext>
            </a:extLst>
          </p:cNvPr>
          <p:cNvSpPr>
            <a:spLocks xmlns:a="http://schemas.openxmlformats.org/drawingml/2006/main" noGrp="1"/>
          </p:cNvSpPr>
          <p:nvPr/>
        </p:nvSpPr>
        <p:spPr>
          <a:xfrm xmlns:a="http://schemas.openxmlformats.org/drawingml/2006/main">
            <a:off x="7524750" y="5334000"/>
            <a:ext cx="3476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425" b="1">
                <a:solidFill>
                  <a:srgbClr val="667782"/>
                </a:solidFill>
                <a:latin typeface="Malgun Gothic"/>
                <a:ea typeface="Malgun Gothic"/>
                <a:cs typeface="Malgun Gothic"/>
              </a:defRPr>
            </a:pPr>
            <a:r>
              <a:rPr sz="1425" b="1">
                <a:solidFill>
                  <a:srgbClr val="667782"/>
                </a:solidFill>
                <a:latin typeface="Malgun Gothic"/>
                <a:ea typeface="Malgun Gothic"/>
                <a:cs typeface="Malgun Gothic"/>
              </a:rPr>
              <a:t>동일 품질의 시간·비용 비교는 후속 과제</a:t>
            </a:r>
          </a:p>
        </p:txBody>
      </p:sp>
      <p:sp>
        <p:nvSpPr>
          <p:cNvPr id="21" name="">
            <a:extLst xmlns:a="http://schemas.openxmlformats.org/drawingml/2006/main">
              <a:ext uri="{FF2B5EF4-FFF2-40B4-BE49-F238E27FC236}">
                <a16:creationId xmlns:a16="http://schemas.microsoft.com/office/drawing/2014/main" id="{018A2D60-94AB-4D38-A4E9-510E458DAD1F}"/>
              </a:ext>
            </a:extLst>
          </p:cNvPr>
          <p:cNvSpPr>
            <a:spLocks xmlns:a="http://schemas.openxmlformats.org/drawingml/2006/main" noGrp="1"/>
          </p:cNvSpPr>
          <p:nvPr/>
        </p:nvSpPr>
        <p:spPr>
          <a:xfrm xmlns:a="http://schemas.openxmlformats.org/drawingml/2006/main">
            <a:off x="609600" y="63722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67782"/>
                </a:solidFill>
                <a:latin typeface="Malgun Gothic"/>
                <a:ea typeface="Malgun Gothic"/>
                <a:cs typeface="Malgun Gothic"/>
              </a:defRPr>
            </a:pPr>
            <a:r>
              <a:rPr sz="1200" b="0">
                <a:solidFill>
                  <a:srgbClr val="667782"/>
                </a:solidFill>
                <a:latin typeface="Malgun Gothic"/>
                <a:ea typeface="Malgun Gothic"/>
                <a:cs typeface="Malgun Gothic"/>
              </a:rPr>
              <a:t>출처: 최종 ZIP 전달 검증 영수증 · 동결 소스 전체 시험</a:t>
            </a:r>
          </a:p>
        </p:txBody>
      </p:sp>
    </p:spTree>
    <p:extLst>
      <p:ext uri="{BB962C8B-B14F-4D97-AF65-F5344CB8AC3E}">
        <p14:creationId xmlns:p14="http://schemas.microsoft.com/office/powerpoint/2010/main" val="1495309274"/>
      </p:ext>
    </p:extLst>
  </p:cSld>
</p:sld>
</file>

<file path=ppt/slides/slide1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D5254EC-BAA3-4702-819F-358956D1239F}"/>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F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76FF04D-E8F3-4407-B1ED-5A9FC074B4B5}"/>
              </a:ext>
            </a:extLst>
          </p:cNvPr>
          <p:cNvSpPr>
            <a:spLocks xmlns:a="http://schemas.openxmlformats.org/drawingml/2006/main" noGrp="1"/>
          </p:cNvSpPr>
          <p:nvPr/>
        </p:nvSpPr>
        <p:spPr>
          <a:xfrm xmlns:a="http://schemas.openxmlformats.org/drawingml/2006/main">
            <a:off x="609600" y="2857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087F78"/>
                </a:solidFill>
                <a:latin typeface="Malgun Gothic"/>
                <a:ea typeface="Malgun Gothic"/>
                <a:cs typeface="Malgun Gothic"/>
              </a:defRPr>
            </a:pPr>
            <a:r>
              <a:rPr sz="1200" b="1">
                <a:solidFill>
                  <a:srgbClr val="087F78"/>
                </a:solidFill>
                <a:latin typeface="Malgun Gothic"/>
                <a:ea typeface="Malgun Gothic"/>
                <a:cs typeface="Malgun Gothic"/>
              </a:rPr>
              <a:t>10 · SCIENTIFIC STATUS</a:t>
            </a:r>
          </a:p>
        </p:txBody>
      </p:sp>
      <p:sp>
        <p:nvSpPr>
          <p:cNvPr id="3" name="">
            <a:extLst xmlns:a="http://schemas.openxmlformats.org/drawingml/2006/main">
              <a:ext uri="{FF2B5EF4-FFF2-40B4-BE49-F238E27FC236}">
                <a16:creationId xmlns:a16="http://schemas.microsoft.com/office/drawing/2014/main" id="{7013AECD-6165-40EF-9B30-DCD82D36525F}"/>
              </a:ext>
            </a:extLst>
          </p:cNvPr>
          <p:cNvSpPr>
            <a:spLocks xmlns:a="http://schemas.openxmlformats.org/drawingml/2006/main" noGrp="1"/>
          </p:cNvSpPr>
          <p:nvPr/>
        </p:nvSpPr>
        <p:spPr>
          <a:xfrm xmlns:a="http://schemas.openxmlformats.org/drawingml/2006/main">
            <a:off x="609600" y="5905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12263A"/>
                </a:solidFill>
                <a:latin typeface="Malgun Gothic"/>
                <a:ea typeface="Malgun Gothic"/>
                <a:cs typeface="Malgun Gothic"/>
              </a:defRPr>
            </a:pPr>
            <a:r>
              <a:rPr sz="2700" b="1">
                <a:solidFill>
                  <a:srgbClr val="12263A"/>
                </a:solidFill>
                <a:latin typeface="Malgun Gothic"/>
                <a:ea typeface="Malgun Gothic"/>
                <a:cs typeface="Malgun Gothic"/>
              </a:rPr>
              <a:t>14개 기준으로 남은 과제를 고정했습니다</a:t>
            </a:r>
          </a:p>
        </p:txBody>
      </p:sp>
      <p:sp>
        <p:nvSpPr>
          <p:cNvPr id="4" name="">
            <a:extLst xmlns:a="http://schemas.openxmlformats.org/drawingml/2006/main">
              <a:ext uri="{FF2B5EF4-FFF2-40B4-BE49-F238E27FC236}">
                <a16:creationId xmlns:a16="http://schemas.microsoft.com/office/drawing/2014/main" id="{7D5FCDB2-0E84-4D7C-9839-81B53CCBFDF2}"/>
              </a:ext>
            </a:extLst>
          </p:cNvPr>
          <p:cNvSpPr>
            <a:spLocks xmlns:a="http://schemas.openxmlformats.org/drawingml/2006/main" noGrp="1"/>
          </p:cNvSpPr>
          <p:nvPr/>
        </p:nvSpPr>
        <p:spPr>
          <a:xfrm xmlns:a="http://schemas.openxmlformats.org/drawingml/2006/main">
            <a:off x="628650" y="113347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667782"/>
                </a:solidFill>
                <a:latin typeface="Malgun Gothic"/>
                <a:ea typeface="Malgun Gothic"/>
                <a:cs typeface="Malgun Gothic"/>
              </a:defRPr>
            </a:pPr>
            <a:r>
              <a:rPr sz="1500" b="0">
                <a:solidFill>
                  <a:srgbClr val="667782"/>
                </a:solidFill>
                <a:latin typeface="Malgun Gothic"/>
                <a:ea typeface="Malgun Gothic"/>
                <a:cs typeface="Malgun Gothic"/>
              </a:rPr>
              <a:t>공식 상태는 통과 3, 미충족 4, 검토 대기 7입니다.</a:t>
            </a:r>
          </a:p>
        </p:txBody>
      </p:sp>
      <p:sp>
        <p:nvSpPr>
          <p:cNvPr id="5" name="">
            <a:extLst xmlns:a="http://schemas.openxmlformats.org/drawingml/2006/main">
              <a:ext uri="{FF2B5EF4-FFF2-40B4-BE49-F238E27FC236}">
                <a16:creationId xmlns:a16="http://schemas.microsoft.com/office/drawing/2014/main" id="{48BDE6DC-54E4-4B81-B72E-B3F006F2E084}"/>
              </a:ext>
            </a:extLst>
          </p:cNvPr>
          <p:cNvSpPr>
            <a:spLocks xmlns:a="http://schemas.openxmlformats.org/drawingml/2006/main" noGrp="1"/>
          </p:cNvSpPr>
          <p:nvPr/>
        </p:nvSpPr>
        <p:spPr>
          <a:xfrm xmlns:a="http://schemas.openxmlformats.org/drawingml/2006/main">
            <a:off x="11049000" y="638175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1">
                <a:solidFill>
                  <a:srgbClr val="667782"/>
                </a:solidFill>
                <a:latin typeface="Malgun Gothic"/>
                <a:ea typeface="Malgun Gothic"/>
                <a:cs typeface="Malgun Gothic"/>
              </a:defRPr>
            </a:pPr>
            <a:r>
              <a:rPr sz="1050" b="1">
                <a:solidFill>
                  <a:srgbClr val="667782"/>
                </a:solidFill>
                <a:latin typeface="Malgun Gothic"/>
                <a:ea typeface="Malgun Gothic"/>
                <a:cs typeface="Malgun Gothic"/>
              </a:rPr>
              <a:t>11</a:t>
            </a:r>
          </a:p>
        </p:txBody>
      </p:sp>
      <p:sp>
        <p:nvSpPr>
          <p:cNvPr id="6" name="">
            <a:extLst xmlns:a="http://schemas.openxmlformats.org/drawingml/2006/main">
              <a:ext uri="{FF2B5EF4-FFF2-40B4-BE49-F238E27FC236}">
                <a16:creationId xmlns:a16="http://schemas.microsoft.com/office/drawing/2014/main" id="{ABAB5B09-49D7-43F6-9165-A2EB903CCF9E}"/>
              </a:ext>
            </a:extLst>
          </p:cNvPr>
          <p:cNvSpPr>
            <a:spLocks xmlns:a="http://schemas.openxmlformats.org/drawingml/2006/main" noGrp="1"/>
          </p:cNvSpPr>
          <p:nvPr/>
        </p:nvSpPr>
        <p:spPr>
          <a:xfrm xmlns:a="http://schemas.openxmlformats.org/drawingml/2006/main">
            <a:off x="723900" y="1714500"/>
            <a:ext cx="209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050" b="1">
                <a:solidFill>
                  <a:srgbClr val="087F78"/>
                </a:solidFill>
                <a:latin typeface="Malgun Gothic"/>
                <a:ea typeface="Malgun Gothic"/>
                <a:cs typeface="Malgun Gothic"/>
              </a:defRPr>
            </a:pPr>
            <a:r>
              <a:rPr sz="4050" b="1">
                <a:solidFill>
                  <a:srgbClr val="087F78"/>
                </a:solidFill>
                <a:latin typeface="Malgun Gothic"/>
                <a:ea typeface="Malgun Gothic"/>
                <a:cs typeface="Malgun Gothic"/>
              </a:rPr>
              <a:t>3</a:t>
            </a:r>
          </a:p>
        </p:txBody>
      </p:sp>
      <p:sp>
        <p:nvSpPr>
          <p:cNvPr id="7" name="">
            <a:extLst xmlns:a="http://schemas.openxmlformats.org/drawingml/2006/main">
              <a:ext uri="{FF2B5EF4-FFF2-40B4-BE49-F238E27FC236}">
                <a16:creationId xmlns:a16="http://schemas.microsoft.com/office/drawing/2014/main" id="{63841E24-0AA0-42CD-A40E-5299B69402BF}"/>
              </a:ext>
            </a:extLst>
          </p:cNvPr>
          <p:cNvSpPr>
            <a:spLocks xmlns:a="http://schemas.openxmlformats.org/drawingml/2006/main" noGrp="1"/>
          </p:cNvSpPr>
          <p:nvPr/>
        </p:nvSpPr>
        <p:spPr>
          <a:xfrm xmlns:a="http://schemas.openxmlformats.org/drawingml/2006/main">
            <a:off x="723900" y="2343150"/>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233746"/>
                </a:solidFill>
                <a:latin typeface="Malgun Gothic"/>
                <a:ea typeface="Malgun Gothic"/>
                <a:cs typeface="Malgun Gothic"/>
              </a:defRPr>
            </a:pPr>
            <a:r>
              <a:rPr sz="1500" b="0">
                <a:solidFill>
                  <a:srgbClr val="233746"/>
                </a:solidFill>
                <a:latin typeface="Malgun Gothic"/>
                <a:ea typeface="Malgun Gothic"/>
                <a:cs typeface="Malgun Gothic"/>
              </a:rPr>
              <a:t>통과</a:t>
            </a:r>
          </a:p>
        </p:txBody>
      </p:sp>
      <p:sp>
        <p:nvSpPr>
          <p:cNvPr id="8" name="">
            <a:extLst xmlns:a="http://schemas.openxmlformats.org/drawingml/2006/main">
              <a:ext uri="{FF2B5EF4-FFF2-40B4-BE49-F238E27FC236}">
                <a16:creationId xmlns:a16="http://schemas.microsoft.com/office/drawing/2014/main" id="{95C89018-7A4B-4012-832F-80AAB525037F}"/>
              </a:ext>
            </a:extLst>
          </p:cNvPr>
          <p:cNvSpPr>
            <a:spLocks xmlns:a="http://schemas.openxmlformats.org/drawingml/2006/main" noGrp="1"/>
          </p:cNvSpPr>
          <p:nvPr/>
        </p:nvSpPr>
        <p:spPr>
          <a:xfrm xmlns:a="http://schemas.openxmlformats.org/drawingml/2006/main">
            <a:off x="3143250" y="1714500"/>
            <a:ext cx="209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050" b="1">
                <a:solidFill>
                  <a:srgbClr val="A94442"/>
                </a:solidFill>
                <a:latin typeface="Malgun Gothic"/>
                <a:ea typeface="Malgun Gothic"/>
                <a:cs typeface="Malgun Gothic"/>
              </a:defRPr>
            </a:pPr>
            <a:r>
              <a:rPr sz="4050" b="1">
                <a:solidFill>
                  <a:srgbClr val="A94442"/>
                </a:solidFill>
                <a:latin typeface="Malgun Gothic"/>
                <a:ea typeface="Malgun Gothic"/>
                <a:cs typeface="Malgun Gothic"/>
              </a:rPr>
              <a:t>4</a:t>
            </a:r>
          </a:p>
        </p:txBody>
      </p:sp>
      <p:sp>
        <p:nvSpPr>
          <p:cNvPr id="9" name="">
            <a:extLst xmlns:a="http://schemas.openxmlformats.org/drawingml/2006/main">
              <a:ext uri="{FF2B5EF4-FFF2-40B4-BE49-F238E27FC236}">
                <a16:creationId xmlns:a16="http://schemas.microsoft.com/office/drawing/2014/main" id="{A00DAFC5-75FC-4D2B-8A99-581504D6909E}"/>
              </a:ext>
            </a:extLst>
          </p:cNvPr>
          <p:cNvSpPr>
            <a:spLocks xmlns:a="http://schemas.openxmlformats.org/drawingml/2006/main" noGrp="1"/>
          </p:cNvSpPr>
          <p:nvPr/>
        </p:nvSpPr>
        <p:spPr>
          <a:xfrm xmlns:a="http://schemas.openxmlformats.org/drawingml/2006/main">
            <a:off x="3143250" y="2343150"/>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233746"/>
                </a:solidFill>
                <a:latin typeface="Malgun Gothic"/>
                <a:ea typeface="Malgun Gothic"/>
                <a:cs typeface="Malgun Gothic"/>
              </a:defRPr>
            </a:pPr>
            <a:r>
              <a:rPr sz="1500" b="0">
                <a:solidFill>
                  <a:srgbClr val="233746"/>
                </a:solidFill>
                <a:latin typeface="Malgun Gothic"/>
                <a:ea typeface="Malgun Gothic"/>
                <a:cs typeface="Malgun Gothic"/>
              </a:rPr>
              <a:t>미충족</a:t>
            </a:r>
          </a:p>
        </p:txBody>
      </p:sp>
      <p:sp>
        <p:nvSpPr>
          <p:cNvPr id="10" name="">
            <a:extLst xmlns:a="http://schemas.openxmlformats.org/drawingml/2006/main">
              <a:ext uri="{FF2B5EF4-FFF2-40B4-BE49-F238E27FC236}">
                <a16:creationId xmlns:a16="http://schemas.microsoft.com/office/drawing/2014/main" id="{77EE2192-F5CA-4410-83D9-D3B004CD6917}"/>
              </a:ext>
            </a:extLst>
          </p:cNvPr>
          <p:cNvSpPr>
            <a:spLocks xmlns:a="http://schemas.openxmlformats.org/drawingml/2006/main" noGrp="1"/>
          </p:cNvSpPr>
          <p:nvPr/>
        </p:nvSpPr>
        <p:spPr>
          <a:xfrm xmlns:a="http://schemas.openxmlformats.org/drawingml/2006/main">
            <a:off x="5562600" y="1714500"/>
            <a:ext cx="2190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050" b="1">
                <a:solidFill>
                  <a:srgbClr val="C98721"/>
                </a:solidFill>
                <a:latin typeface="Malgun Gothic"/>
                <a:ea typeface="Malgun Gothic"/>
                <a:cs typeface="Malgun Gothic"/>
              </a:defRPr>
            </a:pPr>
            <a:r>
              <a:rPr sz="4050" b="1">
                <a:solidFill>
                  <a:srgbClr val="C98721"/>
                </a:solidFill>
                <a:latin typeface="Malgun Gothic"/>
                <a:ea typeface="Malgun Gothic"/>
                <a:cs typeface="Malgun Gothic"/>
              </a:rPr>
              <a:t>7</a:t>
            </a:r>
          </a:p>
        </p:txBody>
      </p:sp>
      <p:sp>
        <p:nvSpPr>
          <p:cNvPr id="11" name="">
            <a:extLst xmlns:a="http://schemas.openxmlformats.org/drawingml/2006/main">
              <a:ext uri="{FF2B5EF4-FFF2-40B4-BE49-F238E27FC236}">
                <a16:creationId xmlns:a16="http://schemas.microsoft.com/office/drawing/2014/main" id="{8876DD68-6F7C-47B6-872F-3E8943E0A34C}"/>
              </a:ext>
            </a:extLst>
          </p:cNvPr>
          <p:cNvSpPr>
            <a:spLocks xmlns:a="http://schemas.openxmlformats.org/drawingml/2006/main" noGrp="1"/>
          </p:cNvSpPr>
          <p:nvPr/>
        </p:nvSpPr>
        <p:spPr>
          <a:xfrm xmlns:a="http://schemas.openxmlformats.org/drawingml/2006/main">
            <a:off x="5562600" y="2343150"/>
            <a:ext cx="219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233746"/>
                </a:solidFill>
                <a:latin typeface="Malgun Gothic"/>
                <a:ea typeface="Malgun Gothic"/>
                <a:cs typeface="Malgun Gothic"/>
              </a:defRPr>
            </a:pPr>
            <a:r>
              <a:rPr sz="1500" b="0">
                <a:solidFill>
                  <a:srgbClr val="233746"/>
                </a:solidFill>
                <a:latin typeface="Malgun Gothic"/>
                <a:ea typeface="Malgun Gothic"/>
                <a:cs typeface="Malgun Gothic"/>
              </a:rPr>
              <a:t>검토 대기</a:t>
            </a:r>
          </a:p>
        </p:txBody>
      </p:sp>
      <p:sp>
        <p:nvSpPr>
          <p:cNvPr id="12" name="">
            <a:extLst xmlns:a="http://schemas.openxmlformats.org/drawingml/2006/main">
              <a:ext uri="{FF2B5EF4-FFF2-40B4-BE49-F238E27FC236}">
                <a16:creationId xmlns:a16="http://schemas.microsoft.com/office/drawing/2014/main" id="{D637A1E1-74B7-459D-8EF4-D145F88E773C}"/>
              </a:ext>
            </a:extLst>
          </p:cNvPr>
          <p:cNvSpPr>
            <a:spLocks xmlns:a="http://schemas.openxmlformats.org/drawingml/2006/main" noGrp="1"/>
          </p:cNvSpPr>
          <p:nvPr/>
        </p:nvSpPr>
        <p:spPr>
          <a:xfrm xmlns:a="http://schemas.openxmlformats.org/drawingml/2006/main">
            <a:off x="723900" y="331470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12263A"/>
                </a:solidFill>
                <a:latin typeface="Malgun Gothic"/>
                <a:ea typeface="Malgun Gothic"/>
                <a:cs typeface="Malgun Gothic"/>
              </a:defRPr>
            </a:pPr>
            <a:r>
              <a:rPr sz="1650" b="1">
                <a:solidFill>
                  <a:srgbClr val="12263A"/>
                </a:solidFill>
                <a:latin typeface="Malgun Gothic"/>
                <a:ea typeface="Malgun Gothic"/>
                <a:cs typeface="Malgun Gothic"/>
              </a:rPr>
              <a:t>다음 구현</a:t>
            </a:r>
          </a:p>
        </p:txBody>
      </p:sp>
      <p:sp>
        <p:nvSpPr>
          <p:cNvPr id="13" name="">
            <a:extLst xmlns:a="http://schemas.openxmlformats.org/drawingml/2006/main">
              <a:ext uri="{FF2B5EF4-FFF2-40B4-BE49-F238E27FC236}">
                <a16:creationId xmlns:a16="http://schemas.microsoft.com/office/drawing/2014/main" id="{E35548D2-DB3D-4700-B5E7-9DE8AAD9C378}"/>
              </a:ext>
            </a:extLst>
          </p:cNvPr>
          <p:cNvSpPr>
            <a:spLocks xmlns:a="http://schemas.openxmlformats.org/drawingml/2006/main" noGrp="1"/>
          </p:cNvSpPr>
          <p:nvPr/>
        </p:nvSpPr>
        <p:spPr>
          <a:xfrm xmlns:a="http://schemas.openxmlformats.org/drawingml/2006/main">
            <a:off x="723900" y="369570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233746"/>
                </a:solidFill>
                <a:latin typeface="Malgun Gothic"/>
                <a:ea typeface="Malgun Gothic"/>
                <a:cs typeface="Malgun Gothic"/>
              </a:defRPr>
            </a:pPr>
            <a:r>
              <a:rPr sz="1725" b="1">
                <a:solidFill>
                  <a:srgbClr val="233746"/>
                </a:solidFill>
                <a:latin typeface="Malgun Gothic"/>
                <a:ea typeface="Malgun Gothic"/>
                <a:cs typeface="Malgun Gothic"/>
              </a:rPr>
              <a:t>native context M2 strict-worker</a:t>
            </a:r>
          </a:p>
          <a:p xmlns:a="http://schemas.openxmlformats.org/drawingml/2006/main">
            <a:pPr algn="l">
              <a:defRPr sz="1725" b="1">
                <a:solidFill>
                  <a:srgbClr val="233746"/>
                </a:solidFill>
                <a:latin typeface="Malgun Gothic"/>
                <a:ea typeface="Malgun Gothic"/>
                <a:cs typeface="Malgun Gothic"/>
              </a:defRPr>
            </a:pPr>
            <a:r>
              <a:rPr sz="1725" b="1">
                <a:solidFill>
                  <a:srgbClr val="233746"/>
                </a:solidFill>
                <a:latin typeface="Malgun Gothic"/>
                <a:ea typeface="Malgun Gothic"/>
                <a:cs typeface="Malgun Gothic"/>
              </a:rPr>
              <a:t>변경 프로토콜 승인·재연결</a:t>
            </a:r>
          </a:p>
        </p:txBody>
      </p:sp>
      <p:sp>
        <p:nvSpPr>
          <p:cNvPr id="14" name="">
            <a:extLst xmlns:a="http://schemas.openxmlformats.org/drawingml/2006/main">
              <a:ext uri="{FF2B5EF4-FFF2-40B4-BE49-F238E27FC236}">
                <a16:creationId xmlns:a16="http://schemas.microsoft.com/office/drawing/2014/main" id="{53A27759-B1AE-4F1E-A5F4-0009A209C6D6}"/>
              </a:ext>
            </a:extLst>
          </p:cNvPr>
          <p:cNvSpPr>
            <a:spLocks xmlns:a="http://schemas.openxmlformats.org/drawingml/2006/main" noGrp="1"/>
          </p:cNvSpPr>
          <p:nvPr/>
        </p:nvSpPr>
        <p:spPr>
          <a:xfrm xmlns:a="http://schemas.openxmlformats.org/drawingml/2006/main">
            <a:off x="6191250" y="33147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12263A"/>
                </a:solidFill>
                <a:latin typeface="Malgun Gothic"/>
                <a:ea typeface="Malgun Gothic"/>
                <a:cs typeface="Malgun Gothic"/>
              </a:defRPr>
            </a:pPr>
            <a:r>
              <a:rPr sz="1650" b="1">
                <a:solidFill>
                  <a:srgbClr val="12263A"/>
                </a:solidFill>
                <a:latin typeface="Malgun Gothic"/>
                <a:ea typeface="Malgun Gothic"/>
                <a:cs typeface="Malgun Gothic"/>
              </a:rPr>
              <a:t>다음 과학 검토</a:t>
            </a:r>
          </a:p>
        </p:txBody>
      </p:sp>
      <p:sp>
        <p:nvSpPr>
          <p:cNvPr id="15" name="">
            <a:extLst xmlns:a="http://schemas.openxmlformats.org/drawingml/2006/main">
              <a:ext uri="{FF2B5EF4-FFF2-40B4-BE49-F238E27FC236}">
                <a16:creationId xmlns:a16="http://schemas.microsoft.com/office/drawing/2014/main" id="{5972E5D3-2B3E-43A4-A56C-C0BFAE222D77}"/>
              </a:ext>
            </a:extLst>
          </p:cNvPr>
          <p:cNvSpPr>
            <a:spLocks xmlns:a="http://schemas.openxmlformats.org/drawingml/2006/main" noGrp="1"/>
          </p:cNvSpPr>
          <p:nvPr/>
        </p:nvSpPr>
        <p:spPr>
          <a:xfrm xmlns:a="http://schemas.openxmlformats.org/drawingml/2006/main">
            <a:off x="6191250" y="3695700"/>
            <a:ext cx="495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233746"/>
                </a:solidFill>
                <a:latin typeface="Malgun Gothic"/>
                <a:ea typeface="Malgun Gothic"/>
                <a:cs typeface="Malgun Gothic"/>
              </a:defRPr>
            </a:pPr>
            <a:r>
              <a:rPr sz="1725" b="1">
                <a:solidFill>
                  <a:srgbClr val="233746"/>
                </a:solidFill>
                <a:latin typeface="Malgun Gothic"/>
                <a:ea typeface="Malgun Gothic"/>
                <a:cs typeface="Malgun Gothic"/>
              </a:rPr>
              <a:t>나머지 8 parent atom-specific SAR 연결</a:t>
            </a:r>
          </a:p>
          <a:p xmlns:a="http://schemas.openxmlformats.org/drawingml/2006/main">
            <a:pPr algn="l">
              <a:defRPr sz="1725" b="1">
                <a:solidFill>
                  <a:srgbClr val="233746"/>
                </a:solidFill>
                <a:latin typeface="Malgun Gothic"/>
                <a:ea typeface="Malgun Gothic"/>
                <a:cs typeface="Malgun Gothic"/>
              </a:defRPr>
            </a:pPr>
            <a:r>
              <a:rPr sz="1725" b="1">
                <a:solidFill>
                  <a:srgbClr val="233746"/>
                </a:solidFill>
                <a:latin typeface="Malgun Gothic"/>
                <a:ea typeface="Malgun Gothic"/>
                <a:cs typeface="Malgun Gothic"/>
              </a:rPr>
              <a:t>novel 전 seed geometry · H coupling · bound context</a:t>
            </a:r>
          </a:p>
        </p:txBody>
      </p:sp>
      <p:sp>
        <p:nvSpPr>
          <p:cNvPr id="16" name="">
            <a:extLst xmlns:a="http://schemas.openxmlformats.org/drawingml/2006/main">
              <a:ext uri="{FF2B5EF4-FFF2-40B4-BE49-F238E27FC236}">
                <a16:creationId xmlns:a16="http://schemas.microsoft.com/office/drawing/2014/main" id="{DAC394BE-5364-40ED-A008-9F0F0EB874E3}"/>
              </a:ext>
            </a:extLst>
          </p:cNvPr>
          <p:cNvSpPr>
            <a:spLocks xmlns:a="http://schemas.openxmlformats.org/drawingml/2006/main" noGrp="1"/>
          </p:cNvSpPr>
          <p:nvPr/>
        </p:nvSpPr>
        <p:spPr>
          <a:xfrm xmlns:a="http://schemas.openxmlformats.org/drawingml/2006/main">
            <a:off x="723900" y="485775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12263A"/>
                </a:solidFill>
                <a:latin typeface="Malgun Gothic"/>
                <a:ea typeface="Malgun Gothic"/>
                <a:cs typeface="Malgun Gothic"/>
              </a:defRPr>
            </a:pPr>
            <a:r>
              <a:rPr sz="1650" b="1">
                <a:solidFill>
                  <a:srgbClr val="12263A"/>
                </a:solidFill>
                <a:latin typeface="Malgun Gothic"/>
                <a:ea typeface="Malgun Gothic"/>
                <a:cs typeface="Malgun Gothic"/>
              </a:rPr>
              <a:t>다음 합성 검토</a:t>
            </a:r>
          </a:p>
        </p:txBody>
      </p:sp>
      <p:sp>
        <p:nvSpPr>
          <p:cNvPr id="17" name="">
            <a:extLst xmlns:a="http://schemas.openxmlformats.org/drawingml/2006/main">
              <a:ext uri="{FF2B5EF4-FFF2-40B4-BE49-F238E27FC236}">
                <a16:creationId xmlns:a16="http://schemas.microsoft.com/office/drawing/2014/main" id="{227FC7FC-1B6B-4C13-A28E-03611B8DB8A3}"/>
              </a:ext>
            </a:extLst>
          </p:cNvPr>
          <p:cNvSpPr>
            <a:spLocks xmlns:a="http://schemas.openxmlformats.org/drawingml/2006/main" noGrp="1"/>
          </p:cNvSpPr>
          <p:nvPr/>
        </p:nvSpPr>
        <p:spPr>
          <a:xfrm xmlns:a="http://schemas.openxmlformats.org/drawingml/2006/main">
            <a:off x="723900" y="523875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233746"/>
                </a:solidFill>
                <a:latin typeface="Malgun Gothic"/>
                <a:ea typeface="Malgun Gothic"/>
                <a:cs typeface="Malgun Gothic"/>
              </a:defRPr>
            </a:pPr>
            <a:r>
              <a:rPr sz="1800" b="1">
                <a:solidFill>
                  <a:srgbClr val="233746"/>
                </a:solidFill>
                <a:latin typeface="Malgun Gothic"/>
                <a:ea typeface="Malgun Gothic"/>
                <a:cs typeface="Malgun Gothic"/>
              </a:rPr>
              <a:t>정확한 분자의 retrosynthesis와 화학적 실행 가능성 검토</a:t>
            </a:r>
          </a:p>
        </p:txBody>
      </p:sp>
      <p:sp>
        <p:nvSpPr>
          <p:cNvPr id="18" name="">
            <a:extLst xmlns:a="http://schemas.openxmlformats.org/drawingml/2006/main">
              <a:ext uri="{FF2B5EF4-FFF2-40B4-BE49-F238E27FC236}">
                <a16:creationId xmlns:a16="http://schemas.microsoft.com/office/drawing/2014/main" id="{8EC869EC-761D-499A-8F1E-FB7F00ABAFCF}"/>
              </a:ext>
            </a:extLst>
          </p:cNvPr>
          <p:cNvSpPr>
            <a:spLocks xmlns:a="http://schemas.openxmlformats.org/drawingml/2006/main" noGrp="1"/>
          </p:cNvSpPr>
          <p:nvPr/>
        </p:nvSpPr>
        <p:spPr>
          <a:xfrm xmlns:a="http://schemas.openxmlformats.org/drawingml/2006/main">
            <a:off x="609600" y="63722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67782"/>
                </a:solidFill>
                <a:latin typeface="Malgun Gothic"/>
                <a:ea typeface="Malgun Gothic"/>
                <a:cs typeface="Malgun Gothic"/>
              </a:defRPr>
            </a:pPr>
            <a:r>
              <a:rPr sz="1200" b="0">
                <a:solidFill>
                  <a:srgbClr val="667782"/>
                </a:solidFill>
                <a:latin typeface="Malgun Gothic"/>
                <a:ea typeface="Malgun Gothic"/>
                <a:cs typeface="Malgun Gothic"/>
              </a:rPr>
              <a:t>출처: v7_final_report.md 14개 과학 기준 · final-verification.json assessment revision 9</a:t>
            </a:r>
          </a:p>
        </p:txBody>
      </p:sp>
    </p:spTree>
    <p:extLst>
      <p:ext uri="{BB962C8B-B14F-4D97-AF65-F5344CB8AC3E}">
        <p14:creationId xmlns:p14="http://schemas.microsoft.com/office/powerpoint/2010/main" val="761410707"/>
      </p:ext>
    </p:extLst>
  </p:cSld>
</p:sld>
</file>

<file path=ppt/slides/slide1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5079DA4-F373-438F-934B-23ACCCF537E0}"/>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F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22E63EC-9992-470F-94D2-8738D232F0BD}"/>
              </a:ext>
            </a:extLst>
          </p:cNvPr>
          <p:cNvSpPr>
            <a:spLocks xmlns:a="http://schemas.openxmlformats.org/drawingml/2006/main" noGrp="1"/>
          </p:cNvSpPr>
          <p:nvPr/>
        </p:nvSpPr>
        <p:spPr>
          <a:xfrm xmlns:a="http://schemas.openxmlformats.org/drawingml/2006/main">
            <a:off x="609600" y="2857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087F78"/>
                </a:solidFill>
                <a:latin typeface="Malgun Gothic"/>
                <a:ea typeface="Malgun Gothic"/>
                <a:cs typeface="Malgun Gothic"/>
              </a:defRPr>
            </a:pPr>
            <a:r>
              <a:rPr sz="1200" b="1">
                <a:solidFill>
                  <a:srgbClr val="087F78"/>
                </a:solidFill>
                <a:latin typeface="Malgun Gothic"/>
                <a:ea typeface="Malgun Gothic"/>
                <a:cs typeface="Malgun Gothic"/>
              </a:rPr>
              <a:t>11 · CLOSE</a:t>
            </a:r>
          </a:p>
        </p:txBody>
      </p:sp>
      <p:sp>
        <p:nvSpPr>
          <p:cNvPr id="3" name="">
            <a:extLst xmlns:a="http://schemas.openxmlformats.org/drawingml/2006/main">
              <a:ext uri="{FF2B5EF4-FFF2-40B4-BE49-F238E27FC236}">
                <a16:creationId xmlns:a16="http://schemas.microsoft.com/office/drawing/2014/main" id="{182FE7F5-2A6B-4219-A7C7-07DBDA69DD0C}"/>
              </a:ext>
            </a:extLst>
          </p:cNvPr>
          <p:cNvSpPr>
            <a:spLocks xmlns:a="http://schemas.openxmlformats.org/drawingml/2006/main" noGrp="1"/>
          </p:cNvSpPr>
          <p:nvPr/>
        </p:nvSpPr>
        <p:spPr>
          <a:xfrm xmlns:a="http://schemas.openxmlformats.org/drawingml/2006/main">
            <a:off x="609600" y="5905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12263A"/>
                </a:solidFill>
                <a:latin typeface="Malgun Gothic"/>
                <a:ea typeface="Malgun Gothic"/>
                <a:cs typeface="Malgun Gothic"/>
              </a:defRPr>
            </a:pPr>
            <a:r>
              <a:rPr sz="2700" b="1">
                <a:solidFill>
                  <a:srgbClr val="12263A"/>
                </a:solidFill>
                <a:latin typeface="Malgun Gothic"/>
                <a:ea typeface="Malgun Gothic"/>
                <a:cs typeface="Malgun Gothic"/>
              </a:rPr>
              <a:t>후보 설계의 근거와 한계를 추적합니다</a:t>
            </a:r>
          </a:p>
        </p:txBody>
      </p:sp>
      <p:sp>
        <p:nvSpPr>
          <p:cNvPr id="4" name="">
            <a:extLst xmlns:a="http://schemas.openxmlformats.org/drawingml/2006/main">
              <a:ext uri="{FF2B5EF4-FFF2-40B4-BE49-F238E27FC236}">
                <a16:creationId xmlns:a16="http://schemas.microsoft.com/office/drawing/2014/main" id="{484160F2-CD34-4B34-A0EB-195AE78C32DC}"/>
              </a:ext>
            </a:extLst>
          </p:cNvPr>
          <p:cNvSpPr>
            <a:spLocks xmlns:a="http://schemas.openxmlformats.org/drawingml/2006/main" noGrp="1"/>
          </p:cNvSpPr>
          <p:nvPr/>
        </p:nvSpPr>
        <p:spPr>
          <a:xfrm xmlns:a="http://schemas.openxmlformats.org/drawingml/2006/main">
            <a:off x="628650" y="113347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667782"/>
                </a:solidFill>
                <a:latin typeface="Malgun Gothic"/>
                <a:ea typeface="Malgun Gothic"/>
                <a:cs typeface="Malgun Gothic"/>
              </a:defRPr>
            </a:pPr>
            <a:r>
              <a:rPr sz="1500" b="0">
                <a:solidFill>
                  <a:srgbClr val="667782"/>
                </a:solidFill>
                <a:latin typeface="Malgun Gothic"/>
                <a:ea typeface="Malgun Gothic"/>
                <a:cs typeface="Malgun Gothic"/>
              </a:rPr>
              <a:t>SMARCA2 첫 사례에서 생성, 비교, 제외, 검토 상태를 재현 가능하게 연결</a:t>
            </a:r>
          </a:p>
        </p:txBody>
      </p:sp>
      <p:sp>
        <p:nvSpPr>
          <p:cNvPr id="5" name="">
            <a:extLst xmlns:a="http://schemas.openxmlformats.org/drawingml/2006/main">
              <a:ext uri="{FF2B5EF4-FFF2-40B4-BE49-F238E27FC236}">
                <a16:creationId xmlns:a16="http://schemas.microsoft.com/office/drawing/2014/main" id="{39D8713A-375F-4F3C-A5B9-A11CFEF62CC4}"/>
              </a:ext>
            </a:extLst>
          </p:cNvPr>
          <p:cNvSpPr>
            <a:spLocks xmlns:a="http://schemas.openxmlformats.org/drawingml/2006/main" noGrp="1"/>
          </p:cNvSpPr>
          <p:nvPr/>
        </p:nvSpPr>
        <p:spPr>
          <a:xfrm xmlns:a="http://schemas.openxmlformats.org/drawingml/2006/main">
            <a:off x="11049000" y="638175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1">
                <a:solidFill>
                  <a:srgbClr val="667782"/>
                </a:solidFill>
                <a:latin typeface="Malgun Gothic"/>
                <a:ea typeface="Malgun Gothic"/>
                <a:cs typeface="Malgun Gothic"/>
              </a:defRPr>
            </a:pPr>
            <a:r>
              <a:rPr sz="1050" b="1">
                <a:solidFill>
                  <a:srgbClr val="667782"/>
                </a:solidFill>
                <a:latin typeface="Malgun Gothic"/>
                <a:ea typeface="Malgun Gothic"/>
                <a:cs typeface="Malgun Gothic"/>
              </a:rPr>
              <a:t>12</a:t>
            </a:r>
          </a:p>
        </p:txBody>
      </p:sp>
      <p:sp>
        <p:nvSpPr>
          <p:cNvPr id="6" name="">
            <a:extLst xmlns:a="http://schemas.openxmlformats.org/drawingml/2006/main">
              <a:ext uri="{FF2B5EF4-FFF2-40B4-BE49-F238E27FC236}">
                <a16:creationId xmlns:a16="http://schemas.microsoft.com/office/drawing/2014/main" id="{2EF9AC3E-1F55-480D-87E4-4D452F0A7F23}"/>
              </a:ext>
            </a:extLst>
          </p:cNvPr>
          <p:cNvSpPr>
            <a:spLocks xmlns:a="http://schemas.openxmlformats.org/drawingml/2006/main" noGrp="1"/>
          </p:cNvSpPr>
          <p:nvPr/>
        </p:nvSpPr>
        <p:spPr>
          <a:xfrm xmlns:a="http://schemas.openxmlformats.org/drawingml/2006/main">
            <a:off x="723900" y="18097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087F78"/>
                </a:solidFill>
                <a:latin typeface="Malgun Gothic"/>
                <a:ea typeface="Malgun Gothic"/>
                <a:cs typeface="Malgun Gothic"/>
              </a:defRPr>
            </a:pPr>
            <a:r>
              <a:rPr sz="1650" b="1">
                <a:solidFill>
                  <a:srgbClr val="087F78"/>
                </a:solidFill>
                <a:latin typeface="Malgun Gothic"/>
                <a:ea typeface="Malgun Gothic"/>
                <a:cs typeface="Malgun Gothic"/>
              </a:rPr>
              <a:t>달성</a:t>
            </a:r>
          </a:p>
        </p:txBody>
      </p:sp>
      <p:sp>
        <p:nvSpPr>
          <p:cNvPr id="7" name="">
            <a:extLst xmlns:a="http://schemas.openxmlformats.org/drawingml/2006/main">
              <a:ext uri="{FF2B5EF4-FFF2-40B4-BE49-F238E27FC236}">
                <a16:creationId xmlns:a16="http://schemas.microsoft.com/office/drawing/2014/main" id="{B8287FF4-D100-4498-91B5-F866C1ED289A}"/>
              </a:ext>
            </a:extLst>
          </p:cNvPr>
          <p:cNvSpPr>
            <a:spLocks xmlns:a="http://schemas.openxmlformats.org/drawingml/2006/main" noGrp="1"/>
          </p:cNvSpPr>
          <p:nvPr/>
        </p:nvSpPr>
        <p:spPr>
          <a:xfrm xmlns:a="http://schemas.openxmlformats.org/drawingml/2006/main">
            <a:off x="723900" y="2209800"/>
            <a:ext cx="5334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12263A"/>
                </a:solidFill>
                <a:latin typeface="Malgun Gothic"/>
                <a:ea typeface="Malgun Gothic"/>
                <a:cs typeface="Malgun Gothic"/>
              </a:defRPr>
            </a:pPr>
            <a:r>
              <a:rPr sz="1875" b="1">
                <a:solidFill>
                  <a:srgbClr val="12263A"/>
                </a:solidFill>
                <a:latin typeface="Malgun Gothic"/>
                <a:ea typeface="Malgun Gothic"/>
                <a:cs typeface="Malgun Gothic"/>
              </a:rPr>
              <a:t>후보 생성부터 양 E3 비교까지</a:t>
            </a:r>
          </a:p>
          <a:p xmlns:a="http://schemas.openxmlformats.org/drawingml/2006/main">
            <a:pPr algn="l">
              <a:defRPr sz="1875" b="1">
                <a:solidFill>
                  <a:srgbClr val="12263A"/>
                </a:solidFill>
                <a:latin typeface="Malgun Gothic"/>
                <a:ea typeface="Malgun Gothic"/>
                <a:cs typeface="Malgun Gothic"/>
              </a:defRPr>
            </a:pPr>
            <a:r>
              <a:rPr sz="1875" b="1">
                <a:solidFill>
                  <a:srgbClr val="12263A"/>
                </a:solidFill>
                <a:latin typeface="Malgun Gothic"/>
                <a:ea typeface="Malgun Gothic"/>
                <a:cs typeface="Malgun Gothic"/>
              </a:rPr>
              <a:t>실패·제외·검토 상태 보존</a:t>
            </a:r>
          </a:p>
          <a:p xmlns:a="http://schemas.openxmlformats.org/drawingml/2006/main">
            <a:pPr algn="l">
              <a:defRPr sz="1875" b="1">
                <a:solidFill>
                  <a:srgbClr val="12263A"/>
                </a:solidFill>
                <a:latin typeface="Malgun Gothic"/>
                <a:ea typeface="Malgun Gothic"/>
                <a:cs typeface="Malgun Gothic"/>
              </a:defRPr>
            </a:pPr>
            <a:r>
              <a:rPr sz="1875" b="1">
                <a:solidFill>
                  <a:srgbClr val="12263A"/>
                </a:solidFill>
                <a:latin typeface="Malgun Gothic"/>
                <a:ea typeface="Malgun Gothic"/>
                <a:cs typeface="Malgun Gothic"/>
              </a:rPr>
              <a:t>저장 재생과 실제 CPU 검증</a:t>
            </a:r>
          </a:p>
        </p:txBody>
      </p:sp>
      <p:sp>
        <p:nvSpPr>
          <p:cNvPr id="8" name="">
            <a:extLst xmlns:a="http://schemas.openxmlformats.org/drawingml/2006/main">
              <a:ext uri="{FF2B5EF4-FFF2-40B4-BE49-F238E27FC236}">
                <a16:creationId xmlns:a16="http://schemas.microsoft.com/office/drawing/2014/main" id="{09DFAD12-1C88-40C1-B7E1-436D03B91047}"/>
              </a:ext>
            </a:extLst>
          </p:cNvPr>
          <p:cNvSpPr>
            <a:spLocks xmlns:a="http://schemas.openxmlformats.org/drawingml/2006/main" noGrp="1"/>
          </p:cNvSpPr>
          <p:nvPr/>
        </p:nvSpPr>
        <p:spPr>
          <a:xfrm xmlns:a="http://schemas.openxmlformats.org/drawingml/2006/main">
            <a:off x="6667500" y="18097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C98721"/>
                </a:solidFill>
                <a:latin typeface="Malgun Gothic"/>
                <a:ea typeface="Malgun Gothic"/>
                <a:cs typeface="Malgun Gothic"/>
              </a:defRPr>
            </a:pPr>
            <a:r>
              <a:rPr sz="1650" b="1">
                <a:solidFill>
                  <a:srgbClr val="C98721"/>
                </a:solidFill>
                <a:latin typeface="Malgun Gothic"/>
                <a:ea typeface="Malgun Gothic"/>
                <a:cs typeface="Malgun Gothic"/>
              </a:rPr>
              <a:t>경계</a:t>
            </a:r>
          </a:p>
        </p:txBody>
      </p:sp>
      <p:sp>
        <p:nvSpPr>
          <p:cNvPr id="9" name="">
            <a:extLst xmlns:a="http://schemas.openxmlformats.org/drawingml/2006/main">
              <a:ext uri="{FF2B5EF4-FFF2-40B4-BE49-F238E27FC236}">
                <a16:creationId xmlns:a16="http://schemas.microsoft.com/office/drawing/2014/main" id="{53693CAB-B9E0-43DE-97D6-7D7FBB048B3A}"/>
              </a:ext>
            </a:extLst>
          </p:cNvPr>
          <p:cNvSpPr>
            <a:spLocks xmlns:a="http://schemas.openxmlformats.org/drawingml/2006/main" noGrp="1"/>
          </p:cNvSpPr>
          <p:nvPr/>
        </p:nvSpPr>
        <p:spPr>
          <a:xfrm xmlns:a="http://schemas.openxmlformats.org/drawingml/2006/main">
            <a:off x="6667500" y="2209800"/>
            <a:ext cx="4572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233746"/>
                </a:solidFill>
                <a:latin typeface="Malgun Gothic"/>
                <a:ea typeface="Malgun Gothic"/>
                <a:cs typeface="Malgun Gothic"/>
              </a:defRPr>
            </a:pPr>
            <a:r>
              <a:rPr sz="1875" b="1">
                <a:solidFill>
                  <a:srgbClr val="233746"/>
                </a:solidFill>
                <a:latin typeface="Malgun Gothic"/>
                <a:ea typeface="Malgun Gothic"/>
                <a:cs typeface="Malgun Gothic"/>
              </a:rPr>
              <a:t>효능·과학 승인 미입증</a:t>
            </a:r>
          </a:p>
          <a:p xmlns:a="http://schemas.openxmlformats.org/drawingml/2006/main">
            <a:pPr algn="l">
              <a:defRPr sz="1875" b="1">
                <a:solidFill>
                  <a:srgbClr val="233746"/>
                </a:solidFill>
                <a:latin typeface="Malgun Gothic"/>
                <a:ea typeface="Malgun Gothic"/>
                <a:cs typeface="Malgun Gothic"/>
              </a:defRPr>
            </a:pPr>
            <a:r>
              <a:rPr sz="1875" b="1">
                <a:solidFill>
                  <a:srgbClr val="233746"/>
                </a:solidFill>
                <a:latin typeface="Malgun Gothic"/>
                <a:ea typeface="Malgun Gothic"/>
                <a:cs typeface="Malgun Gothic"/>
              </a:rPr>
              <a:t>일반화·정확 합성 경로는 후속</a:t>
            </a:r>
          </a:p>
          <a:p xmlns:a="http://schemas.openxmlformats.org/drawingml/2006/main">
            <a:pPr algn="l">
              <a:defRPr sz="1875" b="1">
                <a:solidFill>
                  <a:srgbClr val="233746"/>
                </a:solidFill>
                <a:latin typeface="Malgun Gothic"/>
                <a:ea typeface="Malgun Gothic"/>
                <a:cs typeface="Malgun Gothic"/>
              </a:defRPr>
            </a:pPr>
            <a:r>
              <a:rPr sz="1875" b="1">
                <a:solidFill>
                  <a:srgbClr val="233746"/>
                </a:solidFill>
                <a:latin typeface="Malgun Gothic"/>
                <a:ea typeface="Malgun Gothic"/>
                <a:cs typeface="Malgun Gothic"/>
              </a:rPr>
              <a:t>동일 품질 비용 비교 필요</a:t>
            </a:r>
          </a:p>
        </p:txBody>
      </p:sp>
      <p:sp>
        <p:nvSpPr>
          <p:cNvPr id="10" name="">
            <a:extLst xmlns:a="http://schemas.openxmlformats.org/drawingml/2006/main">
              <a:ext uri="{FF2B5EF4-FFF2-40B4-BE49-F238E27FC236}">
                <a16:creationId xmlns:a16="http://schemas.microsoft.com/office/drawing/2014/main" id="{04F01C3C-6480-40E7-9E11-E0FD519FD9BA}"/>
              </a:ext>
            </a:extLst>
          </p:cNvPr>
          <p:cNvSpPr>
            <a:spLocks xmlns:a="http://schemas.openxmlformats.org/drawingml/2006/main" noGrp="1"/>
          </p:cNvSpPr>
          <p:nvPr/>
        </p:nvSpPr>
        <p:spPr>
          <a:xfrm xmlns:a="http://schemas.openxmlformats.org/drawingml/2006/main">
            <a:off x="723900" y="4000500"/>
            <a:ext cx="10287000" cy="19050"/>
          </a:xfrm>
          <a:prstGeom xmlns:a="http://schemas.openxmlformats.org/drawingml/2006/main" prst="rect">
            <a:avLst/>
          </a:prstGeom>
          <a:solidFill xmlns:a="http://schemas.openxmlformats.org/drawingml/2006/main">
            <a:srgbClr val="CAD5D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4BA135F-0BF0-4B6C-A608-7BCE67719F87}"/>
              </a:ext>
            </a:extLst>
          </p:cNvPr>
          <p:cNvSpPr>
            <a:spLocks xmlns:a="http://schemas.openxmlformats.org/drawingml/2006/main" noGrp="1"/>
          </p:cNvSpPr>
          <p:nvPr/>
        </p:nvSpPr>
        <p:spPr>
          <a:xfrm xmlns:a="http://schemas.openxmlformats.org/drawingml/2006/main">
            <a:off x="723900" y="4333875"/>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087F78"/>
                </a:solidFill>
                <a:latin typeface="Malgun Gothic"/>
                <a:ea typeface="Malgun Gothic"/>
                <a:cs typeface="Malgun Gothic"/>
              </a:defRPr>
            </a:pPr>
            <a:r>
              <a:rPr sz="1200" b="1">
                <a:solidFill>
                  <a:srgbClr val="087F78"/>
                </a:solidFill>
                <a:latin typeface="Malgun Gothic"/>
                <a:ea typeface="Malgun Gothic"/>
                <a:cs typeface="Malgun Gothic"/>
              </a:rPr>
              <a:t>DEMO</a:t>
            </a:r>
          </a:p>
        </p:txBody>
      </p:sp>
      <p:sp>
        <p:nvSpPr>
          <p:cNvPr id="12" name="">
            <a:extLst xmlns:a="http://schemas.openxmlformats.org/drawingml/2006/main">
              <a:ext uri="{FF2B5EF4-FFF2-40B4-BE49-F238E27FC236}">
                <a16:creationId xmlns:a16="http://schemas.microsoft.com/office/drawing/2014/main" id="{296F3D52-CE79-4B97-9669-B4D55D304DEC}"/>
              </a:ext>
            </a:extLst>
          </p:cNvPr>
          <p:cNvSpPr>
            <a:spLocks xmlns:a="http://schemas.openxmlformats.org/drawingml/2006/main" noGrp="1"/>
          </p:cNvSpPr>
          <p:nvPr/>
        </p:nvSpPr>
        <p:spPr>
          <a:xfrm xmlns:a="http://schemas.openxmlformats.org/drawingml/2006/main">
            <a:off x="1809750" y="4276725"/>
            <a:ext cx="904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12263A"/>
                </a:solidFill>
                <a:latin typeface="Malgun Gothic"/>
                <a:ea typeface="Malgun Gothic"/>
                <a:cs typeface="Malgun Gothic"/>
              </a:defRPr>
            </a:pPr>
            <a:r>
              <a:rPr sz="1575" b="1">
                <a:solidFill>
                  <a:srgbClr val="12263A"/>
                </a:solidFill>
                <a:latin typeface="Malgun Gothic"/>
                <a:ea typeface="Malgun Gothic"/>
                <a:cs typeface="Malgun Gothic"/>
              </a:rPr>
              <a:t>https://mr-bbawwi.github.io/tpd-navigator-submission-2026/</a:t>
            </a:r>
          </a:p>
        </p:txBody>
      </p:sp>
      <p:sp>
        <p:nvSpPr>
          <p:cNvPr id="13" name="">
            <a:extLst xmlns:a="http://schemas.openxmlformats.org/drawingml/2006/main">
              <a:ext uri="{FF2B5EF4-FFF2-40B4-BE49-F238E27FC236}">
                <a16:creationId xmlns:a16="http://schemas.microsoft.com/office/drawing/2014/main" id="{5FDA0F77-06A2-41A5-9C59-92A4D068BC34}"/>
              </a:ext>
            </a:extLst>
          </p:cNvPr>
          <p:cNvSpPr>
            <a:spLocks xmlns:a="http://schemas.openxmlformats.org/drawingml/2006/main" noGrp="1"/>
          </p:cNvSpPr>
          <p:nvPr/>
        </p:nvSpPr>
        <p:spPr>
          <a:xfrm xmlns:a="http://schemas.openxmlformats.org/drawingml/2006/main">
            <a:off x="723900" y="4905375"/>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087F78"/>
                </a:solidFill>
                <a:latin typeface="Malgun Gothic"/>
                <a:ea typeface="Malgun Gothic"/>
                <a:cs typeface="Malgun Gothic"/>
              </a:defRPr>
            </a:pPr>
            <a:r>
              <a:rPr sz="1200" b="1">
                <a:solidFill>
                  <a:srgbClr val="087F78"/>
                </a:solidFill>
                <a:latin typeface="Malgun Gothic"/>
                <a:ea typeface="Malgun Gothic"/>
                <a:cs typeface="Malgun Gothic"/>
              </a:rPr>
              <a:t>CODE</a:t>
            </a:r>
          </a:p>
        </p:txBody>
      </p:sp>
      <p:sp>
        <p:nvSpPr>
          <p:cNvPr id="14" name="">
            <a:extLst xmlns:a="http://schemas.openxmlformats.org/drawingml/2006/main">
              <a:ext uri="{FF2B5EF4-FFF2-40B4-BE49-F238E27FC236}">
                <a16:creationId xmlns:a16="http://schemas.microsoft.com/office/drawing/2014/main" id="{BFA0DA0D-3803-4123-A36E-2EB9F0799280}"/>
              </a:ext>
            </a:extLst>
          </p:cNvPr>
          <p:cNvSpPr>
            <a:spLocks xmlns:a="http://schemas.openxmlformats.org/drawingml/2006/main" noGrp="1"/>
          </p:cNvSpPr>
          <p:nvPr/>
        </p:nvSpPr>
        <p:spPr>
          <a:xfrm xmlns:a="http://schemas.openxmlformats.org/drawingml/2006/main">
            <a:off x="1809750" y="4848225"/>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12263A"/>
                </a:solidFill>
                <a:latin typeface="Malgun Gothic"/>
                <a:ea typeface="Malgun Gothic"/>
                <a:cs typeface="Malgun Gothic"/>
              </a:defRPr>
            </a:pPr>
            <a:r>
              <a:rPr sz="1425" b="1">
                <a:solidFill>
                  <a:srgbClr val="12263A"/>
                </a:solidFill>
                <a:latin typeface="Malgun Gothic"/>
                <a:ea typeface="Malgun Gothic"/>
                <a:cs typeface="Malgun Gothic"/>
              </a:rPr>
              <a:t>https://github.com/Mr-BBAWWI/tpd-navigator-submission-2026</a:t>
            </a:r>
          </a:p>
        </p:txBody>
      </p:sp>
      <p:sp>
        <p:nvSpPr>
          <p:cNvPr id="15" name="">
            <a:extLst xmlns:a="http://schemas.openxmlformats.org/drawingml/2006/main">
              <a:ext uri="{FF2B5EF4-FFF2-40B4-BE49-F238E27FC236}">
                <a16:creationId xmlns:a16="http://schemas.microsoft.com/office/drawing/2014/main" id="{5876B7BD-5649-427E-863F-AE67F1FECD52}"/>
              </a:ext>
            </a:extLst>
          </p:cNvPr>
          <p:cNvSpPr>
            <a:spLocks xmlns:a="http://schemas.openxmlformats.org/drawingml/2006/main" noGrp="1"/>
          </p:cNvSpPr>
          <p:nvPr/>
        </p:nvSpPr>
        <p:spPr>
          <a:xfrm xmlns:a="http://schemas.openxmlformats.org/drawingml/2006/main">
            <a:off x="723900" y="56769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087F78"/>
                </a:solidFill>
                <a:latin typeface="Malgun Gothic"/>
                <a:ea typeface="Malgun Gothic"/>
                <a:cs typeface="Malgun Gothic"/>
              </a:defRPr>
            </a:pPr>
            <a:r>
              <a:rPr sz="1725" b="1">
                <a:solidFill>
                  <a:srgbClr val="087F78"/>
                </a:solidFill>
                <a:latin typeface="Malgun Gothic"/>
                <a:ea typeface="Malgun Gothic"/>
                <a:cs typeface="Malgun Gothic"/>
              </a:rPr>
              <a:t>다음 이정표: strict panel 10–20과 family 6을 실제 증거로 확보</a:t>
            </a:r>
          </a:p>
        </p:txBody>
      </p:sp>
      <p:sp>
        <p:nvSpPr>
          <p:cNvPr id="16" name="">
            <a:extLst xmlns:a="http://schemas.openxmlformats.org/drawingml/2006/main">
              <a:ext uri="{FF2B5EF4-FFF2-40B4-BE49-F238E27FC236}">
                <a16:creationId xmlns:a16="http://schemas.microsoft.com/office/drawing/2014/main" id="{C7932273-79FA-419F-AD12-92ADA5A04143}"/>
              </a:ext>
            </a:extLst>
          </p:cNvPr>
          <p:cNvSpPr>
            <a:spLocks xmlns:a="http://schemas.openxmlformats.org/drawingml/2006/main" noGrp="1"/>
          </p:cNvSpPr>
          <p:nvPr/>
        </p:nvSpPr>
        <p:spPr>
          <a:xfrm xmlns:a="http://schemas.openxmlformats.org/drawingml/2006/main">
            <a:off x="609600" y="63722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67782"/>
                </a:solidFill>
                <a:latin typeface="Malgun Gothic"/>
                <a:ea typeface="Malgun Gothic"/>
                <a:cs typeface="Malgun Gothic"/>
              </a:defRPr>
            </a:pPr>
            <a:r>
              <a:rPr sz="1200" b="0">
                <a:solidFill>
                  <a:srgbClr val="667782"/>
                </a:solidFill>
                <a:latin typeface="Malgun Gothic"/>
                <a:ea typeface="Malgun Gothic"/>
                <a:cs typeface="Malgun Gothic"/>
              </a:rPr>
              <a:t>출처: v7_final_report.md 결론과 우선순위 · 공식 본선 페이지</a:t>
            </a:r>
          </a:p>
        </p:txBody>
      </p:sp>
    </p:spTree>
    <p:extLst>
      <p:ext uri="{BB962C8B-B14F-4D97-AF65-F5344CB8AC3E}">
        <p14:creationId xmlns:p14="http://schemas.microsoft.com/office/powerpoint/2010/main" val="2138627605"/>
      </p:ext>
    </p:extLst>
  </p:cSld>
</p:sld>
</file>

<file path=ppt/slides/slide1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636C944-88D4-42CB-B174-17012AAE5B30}"/>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F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EAAE8A6-0F4A-40D2-9028-AAA34D33C47E}"/>
              </a:ext>
            </a:extLst>
          </p:cNvPr>
          <p:cNvSpPr>
            <a:spLocks xmlns:a="http://schemas.openxmlformats.org/drawingml/2006/main" noGrp="1"/>
          </p:cNvSpPr>
          <p:nvPr/>
        </p:nvSpPr>
        <p:spPr>
          <a:xfrm xmlns:a="http://schemas.openxmlformats.org/drawingml/2006/main">
            <a:off x="609600" y="2857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087F78"/>
                </a:solidFill>
                <a:latin typeface="Malgun Gothic"/>
                <a:ea typeface="Malgun Gothic"/>
                <a:cs typeface="Malgun Gothic"/>
              </a:defRPr>
            </a:pPr>
            <a:r>
              <a:rPr sz="1200" b="1">
                <a:solidFill>
                  <a:srgbClr val="087F78"/>
                </a:solidFill>
                <a:latin typeface="Malgun Gothic"/>
                <a:ea typeface="Malgun Gothic"/>
                <a:cs typeface="Malgun Gothic"/>
              </a:rPr>
              <a:t>APPENDIX A</a:t>
            </a:r>
          </a:p>
        </p:txBody>
      </p:sp>
      <p:sp>
        <p:nvSpPr>
          <p:cNvPr id="3" name="">
            <a:extLst xmlns:a="http://schemas.openxmlformats.org/drawingml/2006/main">
              <a:ext uri="{FF2B5EF4-FFF2-40B4-BE49-F238E27FC236}">
                <a16:creationId xmlns:a16="http://schemas.microsoft.com/office/drawing/2014/main" id="{9E76519E-9F40-4B4A-BD8F-84AE607D961A}"/>
              </a:ext>
            </a:extLst>
          </p:cNvPr>
          <p:cNvSpPr>
            <a:spLocks xmlns:a="http://schemas.openxmlformats.org/drawingml/2006/main" noGrp="1"/>
          </p:cNvSpPr>
          <p:nvPr/>
        </p:nvSpPr>
        <p:spPr>
          <a:xfrm xmlns:a="http://schemas.openxmlformats.org/drawingml/2006/main">
            <a:off x="609600" y="5905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12263A"/>
                </a:solidFill>
                <a:latin typeface="Malgun Gothic"/>
                <a:ea typeface="Malgun Gothic"/>
                <a:cs typeface="Malgun Gothic"/>
              </a:defRPr>
            </a:pPr>
            <a:r>
              <a:rPr sz="2700" b="1">
                <a:solidFill>
                  <a:srgbClr val="12263A"/>
                </a:solidFill>
                <a:latin typeface="Malgun Gothic"/>
                <a:ea typeface="Malgun Gothic"/>
                <a:cs typeface="Malgun Gothic"/>
              </a:rPr>
              <a:t>14개 과학 기준의 현재 판정</a:t>
            </a:r>
          </a:p>
        </p:txBody>
      </p:sp>
      <p:sp>
        <p:nvSpPr>
          <p:cNvPr id="4" name="">
            <a:extLst xmlns:a="http://schemas.openxmlformats.org/drawingml/2006/main">
              <a:ext uri="{FF2B5EF4-FFF2-40B4-BE49-F238E27FC236}">
                <a16:creationId xmlns:a16="http://schemas.microsoft.com/office/drawing/2014/main" id="{3A7E68CF-8B53-4A11-AF4A-E8161A3D35F1}"/>
              </a:ext>
            </a:extLst>
          </p:cNvPr>
          <p:cNvSpPr>
            <a:spLocks xmlns:a="http://schemas.openxmlformats.org/drawingml/2006/main" noGrp="1"/>
          </p:cNvSpPr>
          <p:nvPr/>
        </p:nvSpPr>
        <p:spPr>
          <a:xfrm xmlns:a="http://schemas.openxmlformats.org/drawingml/2006/main">
            <a:off x="628650" y="113347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667782"/>
                </a:solidFill>
                <a:latin typeface="Malgun Gothic"/>
                <a:ea typeface="Malgun Gothic"/>
                <a:cs typeface="Malgun Gothic"/>
              </a:defRPr>
            </a:pPr>
            <a:r>
              <a:rPr sz="1500" b="0">
                <a:solidFill>
                  <a:srgbClr val="667782"/>
                </a:solidFill>
                <a:latin typeface="Malgun Gothic"/>
                <a:ea typeface="Malgun Gothic"/>
                <a:cs typeface="Malgun Gothic"/>
              </a:rPr>
              <a:t>revision 9 · 통과 3 · 미충족 4 · 검토 대기 7</a:t>
            </a:r>
          </a:p>
        </p:txBody>
      </p:sp>
      <p:sp>
        <p:nvSpPr>
          <p:cNvPr id="5" name="">
            <a:extLst xmlns:a="http://schemas.openxmlformats.org/drawingml/2006/main">
              <a:ext uri="{FF2B5EF4-FFF2-40B4-BE49-F238E27FC236}">
                <a16:creationId xmlns:a16="http://schemas.microsoft.com/office/drawing/2014/main" id="{2BA391F0-9BD0-43F0-9CB6-F43DCCB2E11F}"/>
              </a:ext>
            </a:extLst>
          </p:cNvPr>
          <p:cNvSpPr>
            <a:spLocks xmlns:a="http://schemas.openxmlformats.org/drawingml/2006/main" noGrp="1"/>
          </p:cNvSpPr>
          <p:nvPr/>
        </p:nvSpPr>
        <p:spPr>
          <a:xfrm xmlns:a="http://schemas.openxmlformats.org/drawingml/2006/main">
            <a:off x="11049000" y="638175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1">
                <a:solidFill>
                  <a:srgbClr val="667782"/>
                </a:solidFill>
                <a:latin typeface="Malgun Gothic"/>
                <a:ea typeface="Malgun Gothic"/>
                <a:cs typeface="Malgun Gothic"/>
              </a:defRPr>
            </a:pPr>
            <a:r>
              <a:rPr sz="1050" b="1">
                <a:solidFill>
                  <a:srgbClr val="667782"/>
                </a:solidFill>
                <a:latin typeface="Malgun Gothic"/>
                <a:ea typeface="Malgun Gothic"/>
                <a:cs typeface="Malgun Gothic"/>
              </a:rPr>
              <a:t>13</a:t>
            </a:r>
          </a:p>
        </p:txBody>
      </p:sp>
      <p:sp>
        <p:nvSpPr>
          <p:cNvPr id="6" name="">
            <a:extLst xmlns:a="http://schemas.openxmlformats.org/drawingml/2006/main">
              <a:ext uri="{FF2B5EF4-FFF2-40B4-BE49-F238E27FC236}">
                <a16:creationId xmlns:a16="http://schemas.microsoft.com/office/drawing/2014/main" id="{3138B6CD-84F1-473D-A574-E1C961341EB4}"/>
              </a:ext>
            </a:extLst>
          </p:cNvPr>
          <p:cNvSpPr>
            <a:spLocks xmlns:a="http://schemas.openxmlformats.org/drawingml/2006/main" noGrp="1"/>
          </p:cNvSpPr>
          <p:nvPr/>
        </p:nvSpPr>
        <p:spPr>
          <a:xfrm xmlns:a="http://schemas.openxmlformats.org/drawingml/2006/main">
            <a:off x="609600" y="1714500"/>
            <a:ext cx="3371850" cy="3810000"/>
          </a:xfrm>
          <a:prstGeom xmlns:a="http://schemas.openxmlformats.org/drawingml/2006/main" prst="roundRect">
            <a:avLst>
              <a:gd name="adj" fmla="val 2260"/>
            </a:avLst>
          </a:prstGeom>
          <a:solidFill xmlns:a="http://schemas.openxmlformats.org/drawingml/2006/main">
            <a:srgbClr val="FFFFFF"/>
          </a:solidFill>
          <a:ln xmlns:a="http://schemas.openxmlformats.org/drawingml/2006/main" w="9525">
            <a:solidFill>
              <a:srgbClr val="CAD5D1"/>
            </a:solidFill>
          </a:ln>
        </p:spPr>
      </p:sp>
      <p:sp>
        <p:nvSpPr>
          <p:cNvPr id="7" name="">
            <a:extLst xmlns:a="http://schemas.openxmlformats.org/drawingml/2006/main">
              <a:ext uri="{FF2B5EF4-FFF2-40B4-BE49-F238E27FC236}">
                <a16:creationId xmlns:a16="http://schemas.microsoft.com/office/drawing/2014/main" id="{0A5835C9-E35D-4476-B1E5-E8124DD988C6}"/>
              </a:ext>
            </a:extLst>
          </p:cNvPr>
          <p:cNvSpPr>
            <a:spLocks xmlns:a="http://schemas.openxmlformats.org/drawingml/2006/main" noGrp="1"/>
          </p:cNvSpPr>
          <p:nvPr/>
        </p:nvSpPr>
        <p:spPr>
          <a:xfrm xmlns:a="http://schemas.openxmlformats.org/drawingml/2006/main">
            <a:off x="800100" y="1952625"/>
            <a:ext cx="29908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233746"/>
                </a:solidFill>
                <a:latin typeface="Malgun Gothic"/>
                <a:ea typeface="Malgun Gothic"/>
                <a:cs typeface="Malgun Gothic"/>
              </a:defRPr>
            </a:pPr>
            <a:r>
              <a:rPr sz="1425" b="1">
                <a:solidFill>
                  <a:srgbClr val="233746"/>
                </a:solidFill>
                <a:latin typeface="Malgun Gothic"/>
                <a:ea typeface="Malgun Gothic"/>
                <a:cs typeface="Malgun Gothic"/>
              </a:rPr>
              <a:t>01 부모 funnel ≥5</a:t>
            </a:r>
          </a:p>
          <a:p xmlns:a="http://schemas.openxmlformats.org/drawingml/2006/main">
            <a:pPr algn="l">
              <a:defRPr sz="1425" b="1">
                <a:solidFill>
                  <a:srgbClr val="233746"/>
                </a:solidFill>
                <a:latin typeface="Malgun Gothic"/>
                <a:ea typeface="Malgun Gothic"/>
                <a:cs typeface="Malgun Gothic"/>
              </a:defRPr>
            </a:pPr>
            <a:r>
              <a:rPr sz="1425" b="1">
                <a:solidFill>
                  <a:srgbClr val="233746"/>
                </a:solidFill>
                <a:latin typeface="Malgun Gothic"/>
                <a:ea typeface="Malgun Gothic"/>
                <a:cs typeface="Malgun Gothic"/>
              </a:rPr>
              <a:t>미충족 0</a:t>
            </a:r>
          </a:p>
          <a:p xmlns:a="http://schemas.openxmlformats.org/drawingml/2006/main">
            <a:r>
              <a:t/>
            </a:r>
          </a:p>
          <a:p xmlns:a="http://schemas.openxmlformats.org/drawingml/2006/main">
            <a:pPr algn="l">
              <a:defRPr sz="1425" b="1">
                <a:solidFill>
                  <a:srgbClr val="233746"/>
                </a:solidFill>
                <a:latin typeface="Malgun Gothic"/>
                <a:ea typeface="Malgun Gothic"/>
                <a:cs typeface="Malgun Gothic"/>
              </a:defRPr>
            </a:pPr>
            <a:r>
              <a:rPr sz="1425" b="1">
                <a:solidFill>
                  <a:srgbClr val="233746"/>
                </a:solidFill>
                <a:latin typeface="Malgun Gothic"/>
                <a:ea typeface="Malgun Gothic"/>
                <a:cs typeface="Malgun Gothic"/>
              </a:rPr>
              <a:t>02 전문가 부모 선정</a:t>
            </a:r>
          </a:p>
          <a:p xmlns:a="http://schemas.openxmlformats.org/drawingml/2006/main">
            <a:pPr algn="l">
              <a:defRPr sz="1425" b="1">
                <a:solidFill>
                  <a:srgbClr val="233746"/>
                </a:solidFill>
                <a:latin typeface="Malgun Gothic"/>
                <a:ea typeface="Malgun Gothic"/>
                <a:cs typeface="Malgun Gothic"/>
              </a:defRPr>
            </a:pPr>
            <a:r>
              <a:rPr sz="1425" b="1">
                <a:solidFill>
                  <a:srgbClr val="233746"/>
                </a:solidFill>
                <a:latin typeface="Malgun Gothic"/>
                <a:ea typeface="Malgun Gothic"/>
                <a:cs typeface="Malgun Gothic"/>
              </a:rPr>
              <a:t>검토 대기</a:t>
            </a:r>
          </a:p>
          <a:p xmlns:a="http://schemas.openxmlformats.org/drawingml/2006/main">
            <a:r>
              <a:t/>
            </a:r>
          </a:p>
          <a:p xmlns:a="http://schemas.openxmlformats.org/drawingml/2006/main">
            <a:pPr algn="l">
              <a:defRPr sz="1425" b="1">
                <a:solidFill>
                  <a:srgbClr val="233746"/>
                </a:solidFill>
                <a:latin typeface="Malgun Gothic"/>
                <a:ea typeface="Malgun Gothic"/>
                <a:cs typeface="Malgun Gothic"/>
              </a:defRPr>
            </a:pPr>
            <a:r>
              <a:rPr sz="1425" b="1">
                <a:solidFill>
                  <a:srgbClr val="233746"/>
                </a:solidFill>
                <a:latin typeface="Malgun Gothic"/>
                <a:ea typeface="Malgun Gothic"/>
                <a:cs typeface="Malgun Gothic"/>
              </a:rPr>
              <a:t>03 변형 site ≥1</a:t>
            </a:r>
          </a:p>
          <a:p xmlns:a="http://schemas.openxmlformats.org/drawingml/2006/main">
            <a:pPr algn="l">
              <a:defRPr sz="1425" b="1">
                <a:solidFill>
                  <a:srgbClr val="233746"/>
                </a:solidFill>
                <a:latin typeface="Malgun Gothic"/>
                <a:ea typeface="Malgun Gothic"/>
                <a:cs typeface="Malgun Gothic"/>
              </a:defRPr>
            </a:pPr>
            <a:r>
              <a:rPr sz="1425" b="1">
                <a:solidFill>
                  <a:srgbClr val="233746"/>
                </a:solidFill>
                <a:latin typeface="Malgun Gothic"/>
                <a:ea typeface="Malgun Gothic"/>
                <a:cs typeface="Malgun Gothic"/>
              </a:rPr>
              <a:t>통과 map 19</a:t>
            </a:r>
          </a:p>
          <a:p xmlns:a="http://schemas.openxmlformats.org/drawingml/2006/main">
            <a:r>
              <a:t/>
            </a:r>
          </a:p>
          <a:p xmlns:a="http://schemas.openxmlformats.org/drawingml/2006/main">
            <a:pPr algn="l">
              <a:defRPr sz="1425" b="1">
                <a:solidFill>
                  <a:srgbClr val="233746"/>
                </a:solidFill>
                <a:latin typeface="Malgun Gothic"/>
                <a:ea typeface="Malgun Gothic"/>
                <a:cs typeface="Malgun Gothic"/>
              </a:defRPr>
            </a:pPr>
            <a:r>
              <a:rPr sz="1425" b="1">
                <a:solidFill>
                  <a:srgbClr val="233746"/>
                </a:solidFill>
                <a:latin typeface="Malgun Gothic"/>
                <a:ea typeface="Malgun Gothic"/>
                <a:cs typeface="Malgun Gothic"/>
              </a:rPr>
              <a:t>04 constitutional graph ≥30</a:t>
            </a:r>
          </a:p>
          <a:p xmlns:a="http://schemas.openxmlformats.org/drawingml/2006/main">
            <a:pPr algn="l">
              <a:defRPr sz="1425" b="1">
                <a:solidFill>
                  <a:srgbClr val="233746"/>
                </a:solidFill>
                <a:latin typeface="Malgun Gothic"/>
                <a:ea typeface="Malgun Gothic"/>
                <a:cs typeface="Malgun Gothic"/>
              </a:defRPr>
            </a:pPr>
            <a:r>
              <a:rPr sz="1425" b="1">
                <a:solidFill>
                  <a:srgbClr val="233746"/>
                </a:solidFill>
                <a:latin typeface="Malgun Gothic"/>
                <a:ea typeface="Malgun Gothic"/>
                <a:cs typeface="Malgun Gothic"/>
              </a:rPr>
              <a:t>통과 38</a:t>
            </a:r>
          </a:p>
          <a:p xmlns:a="http://schemas.openxmlformats.org/drawingml/2006/main">
            <a:r>
              <a:t/>
            </a:r>
          </a:p>
          <a:p xmlns:a="http://schemas.openxmlformats.org/drawingml/2006/main">
            <a:pPr algn="l">
              <a:defRPr sz="1425" b="1">
                <a:solidFill>
                  <a:srgbClr val="233746"/>
                </a:solidFill>
                <a:latin typeface="Malgun Gothic"/>
                <a:ea typeface="Malgun Gothic"/>
                <a:cs typeface="Malgun Gothic"/>
              </a:defRPr>
            </a:pPr>
            <a:r>
              <a:rPr sz="1425" b="1">
                <a:solidFill>
                  <a:srgbClr val="233746"/>
                </a:solidFill>
                <a:latin typeface="Malgun Gothic"/>
                <a:ea typeface="Malgun Gothic"/>
                <a:cs typeface="Malgun Gothic"/>
              </a:rPr>
              <a:t>05 실제 family ≥6</a:t>
            </a:r>
          </a:p>
          <a:p xmlns:a="http://schemas.openxmlformats.org/drawingml/2006/main">
            <a:pPr algn="l">
              <a:defRPr sz="1425" b="1">
                <a:solidFill>
                  <a:srgbClr val="233746"/>
                </a:solidFill>
                <a:latin typeface="Malgun Gothic"/>
                <a:ea typeface="Malgun Gothic"/>
                <a:cs typeface="Malgun Gothic"/>
              </a:defRPr>
            </a:pPr>
            <a:r>
              <a:rPr sz="1425" b="1">
                <a:solidFill>
                  <a:srgbClr val="233746"/>
                </a:solidFill>
                <a:latin typeface="Malgun Gothic"/>
                <a:ea typeface="Malgun Gothic"/>
                <a:cs typeface="Malgun Gothic"/>
              </a:rPr>
              <a:t>미충족 1</a:t>
            </a:r>
          </a:p>
        </p:txBody>
      </p:sp>
      <p:sp>
        <p:nvSpPr>
          <p:cNvPr id="8" name="">
            <a:extLst xmlns:a="http://schemas.openxmlformats.org/drawingml/2006/main">
              <a:ext uri="{FF2B5EF4-FFF2-40B4-BE49-F238E27FC236}">
                <a16:creationId xmlns:a16="http://schemas.microsoft.com/office/drawing/2014/main" id="{C8E32AE3-E95B-44E8-BA5A-D8FBAD3753AD}"/>
              </a:ext>
            </a:extLst>
          </p:cNvPr>
          <p:cNvSpPr>
            <a:spLocks xmlns:a="http://schemas.openxmlformats.org/drawingml/2006/main" noGrp="1"/>
          </p:cNvSpPr>
          <p:nvPr/>
        </p:nvSpPr>
        <p:spPr>
          <a:xfrm xmlns:a="http://schemas.openxmlformats.org/drawingml/2006/main">
            <a:off x="4410075" y="1714500"/>
            <a:ext cx="3371850" cy="3810000"/>
          </a:xfrm>
          <a:prstGeom xmlns:a="http://schemas.openxmlformats.org/drawingml/2006/main" prst="roundRect">
            <a:avLst>
              <a:gd name="adj" fmla="val 2260"/>
            </a:avLst>
          </a:prstGeom>
          <a:solidFill xmlns:a="http://schemas.openxmlformats.org/drawingml/2006/main">
            <a:srgbClr val="E6EFEC"/>
          </a:solidFill>
          <a:ln xmlns:a="http://schemas.openxmlformats.org/drawingml/2006/main" w="9525">
            <a:solidFill>
              <a:srgbClr val="CAD5D1"/>
            </a:solidFill>
          </a:ln>
        </p:spPr>
      </p:sp>
      <p:sp>
        <p:nvSpPr>
          <p:cNvPr id="9" name="">
            <a:extLst xmlns:a="http://schemas.openxmlformats.org/drawingml/2006/main">
              <a:ext uri="{FF2B5EF4-FFF2-40B4-BE49-F238E27FC236}">
                <a16:creationId xmlns:a16="http://schemas.microsoft.com/office/drawing/2014/main" id="{670DCB0A-2325-47B9-AE70-D75D13DA40AD}"/>
              </a:ext>
            </a:extLst>
          </p:cNvPr>
          <p:cNvSpPr>
            <a:spLocks xmlns:a="http://schemas.openxmlformats.org/drawingml/2006/main" noGrp="1"/>
          </p:cNvSpPr>
          <p:nvPr/>
        </p:nvSpPr>
        <p:spPr>
          <a:xfrm xmlns:a="http://schemas.openxmlformats.org/drawingml/2006/main">
            <a:off x="4600575" y="1952625"/>
            <a:ext cx="29908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233746"/>
                </a:solidFill>
                <a:latin typeface="Malgun Gothic"/>
                <a:ea typeface="Malgun Gothic"/>
                <a:cs typeface="Malgun Gothic"/>
              </a:defRPr>
            </a:pPr>
            <a:r>
              <a:rPr sz="1425" b="1">
                <a:solidFill>
                  <a:srgbClr val="233746"/>
                </a:solidFill>
                <a:latin typeface="Malgun Gothic"/>
                <a:ea typeface="Malgun Gothic"/>
                <a:cs typeface="Malgun Gothic"/>
              </a:rPr>
              <a:t>06 final strict 10–20</a:t>
            </a:r>
          </a:p>
          <a:p xmlns:a="http://schemas.openxmlformats.org/drawingml/2006/main">
            <a:pPr algn="l">
              <a:defRPr sz="1425" b="1">
                <a:solidFill>
                  <a:srgbClr val="233746"/>
                </a:solidFill>
                <a:latin typeface="Malgun Gothic"/>
                <a:ea typeface="Malgun Gothic"/>
                <a:cs typeface="Malgun Gothic"/>
              </a:defRPr>
            </a:pPr>
            <a:r>
              <a:rPr sz="1425" b="1">
                <a:solidFill>
                  <a:srgbClr val="233746"/>
                </a:solidFill>
                <a:latin typeface="Malgun Gothic"/>
                <a:ea typeface="Malgun Gothic"/>
                <a:cs typeface="Malgun Gothic"/>
              </a:rPr>
              <a:t>미충족 3</a:t>
            </a:r>
          </a:p>
          <a:p xmlns:a="http://schemas.openxmlformats.org/drawingml/2006/main">
            <a:r>
              <a:t/>
            </a:r>
          </a:p>
          <a:p xmlns:a="http://schemas.openxmlformats.org/drawingml/2006/main">
            <a:pPr algn="l">
              <a:defRPr sz="1425" b="1">
                <a:solidFill>
                  <a:srgbClr val="233746"/>
                </a:solidFill>
                <a:latin typeface="Malgun Gothic"/>
                <a:ea typeface="Malgun Gothic"/>
                <a:cs typeface="Malgun Gothic"/>
              </a:defRPr>
            </a:pPr>
            <a:r>
              <a:rPr sz="1425" b="1">
                <a:solidFill>
                  <a:srgbClr val="233746"/>
                </a:solidFill>
                <a:latin typeface="Malgun Gothic"/>
                <a:ea typeface="Malgun Gothic"/>
                <a:cs typeface="Malgun Gothic"/>
              </a:rPr>
              <a:t>07 양 E3 조립</a:t>
            </a:r>
          </a:p>
          <a:p xmlns:a="http://schemas.openxmlformats.org/drawingml/2006/main">
            <a:pPr algn="l">
              <a:defRPr sz="1425" b="1">
                <a:solidFill>
                  <a:srgbClr val="233746"/>
                </a:solidFill>
                <a:latin typeface="Malgun Gothic"/>
                <a:ea typeface="Malgun Gothic"/>
                <a:cs typeface="Malgun Gothic"/>
              </a:defRPr>
            </a:pPr>
            <a:r>
              <a:rPr sz="1425" b="1">
                <a:solidFill>
                  <a:srgbClr val="233746"/>
                </a:solidFill>
                <a:latin typeface="Malgun Gothic"/>
                <a:ea typeface="Malgun Gothic"/>
                <a:cs typeface="Malgun Gothic"/>
              </a:rPr>
              <a:t>통과 18+18</a:t>
            </a:r>
          </a:p>
          <a:p xmlns:a="http://schemas.openxmlformats.org/drawingml/2006/main">
            <a:r>
              <a:t/>
            </a:r>
          </a:p>
          <a:p xmlns:a="http://schemas.openxmlformats.org/drawingml/2006/main">
            <a:pPr algn="l">
              <a:defRPr sz="1425" b="1">
                <a:solidFill>
                  <a:srgbClr val="233746"/>
                </a:solidFill>
                <a:latin typeface="Malgun Gothic"/>
                <a:ea typeface="Malgun Gothic"/>
                <a:cs typeface="Malgun Gothic"/>
              </a:defRPr>
            </a:pPr>
            <a:r>
              <a:rPr sz="1425" b="1">
                <a:solidFill>
                  <a:srgbClr val="233746"/>
                </a:solidFill>
                <a:latin typeface="Malgun Gothic"/>
                <a:ea typeface="Malgun Gothic"/>
                <a:cs typeface="Malgun Gothic"/>
              </a:rPr>
              <a:t>08 core interaction</a:t>
            </a:r>
          </a:p>
          <a:p xmlns:a="http://schemas.openxmlformats.org/drawingml/2006/main">
            <a:pPr algn="l">
              <a:defRPr sz="1425" b="1">
                <a:solidFill>
                  <a:srgbClr val="233746"/>
                </a:solidFill>
                <a:latin typeface="Malgun Gothic"/>
                <a:ea typeface="Malgun Gothic"/>
                <a:cs typeface="Malgun Gothic"/>
              </a:defRPr>
            </a:pPr>
            <a:r>
              <a:rPr sz="1425" b="1">
                <a:solidFill>
                  <a:srgbClr val="233746"/>
                </a:solidFill>
                <a:latin typeface="Malgun Gothic"/>
                <a:ea typeface="Malgun Gothic"/>
                <a:cs typeface="Malgun Gothic"/>
              </a:rPr>
              <a:t>검토 대기</a:t>
            </a:r>
          </a:p>
          <a:p xmlns:a="http://schemas.openxmlformats.org/drawingml/2006/main">
            <a:r>
              <a:t/>
            </a:r>
          </a:p>
          <a:p xmlns:a="http://schemas.openxmlformats.org/drawingml/2006/main">
            <a:pPr algn="l">
              <a:defRPr sz="1425" b="1">
                <a:solidFill>
                  <a:srgbClr val="233746"/>
                </a:solidFill>
                <a:latin typeface="Malgun Gothic"/>
                <a:ea typeface="Malgun Gothic"/>
                <a:cs typeface="Malgun Gothic"/>
              </a:defRPr>
            </a:pPr>
            <a:r>
              <a:rPr sz="1425" b="1">
                <a:solidFill>
                  <a:srgbClr val="233746"/>
                </a:solidFill>
                <a:latin typeface="Malgun Gothic"/>
                <a:ea typeface="Malgun Gothic"/>
                <a:cs typeface="Malgun Gothic"/>
              </a:rPr>
              <a:t>09 microstate · H 방향</a:t>
            </a:r>
          </a:p>
          <a:p xmlns:a="http://schemas.openxmlformats.org/drawingml/2006/main">
            <a:pPr algn="l">
              <a:defRPr sz="1425" b="1">
                <a:solidFill>
                  <a:srgbClr val="233746"/>
                </a:solidFill>
                <a:latin typeface="Malgun Gothic"/>
                <a:ea typeface="Malgun Gothic"/>
                <a:cs typeface="Malgun Gothic"/>
              </a:defRPr>
            </a:pPr>
            <a:r>
              <a:rPr sz="1425" b="1">
                <a:solidFill>
                  <a:srgbClr val="233746"/>
                </a:solidFill>
                <a:latin typeface="Malgun Gothic"/>
                <a:ea typeface="Malgun Gothic"/>
                <a:cs typeface="Malgun Gothic"/>
              </a:rPr>
              <a:t>검토 대기</a:t>
            </a:r>
          </a:p>
          <a:p xmlns:a="http://schemas.openxmlformats.org/drawingml/2006/main">
            <a:r>
              <a:t/>
            </a:r>
          </a:p>
          <a:p xmlns:a="http://schemas.openxmlformats.org/drawingml/2006/main">
            <a:pPr algn="l">
              <a:defRPr sz="1425" b="1">
                <a:solidFill>
                  <a:srgbClr val="233746"/>
                </a:solidFill>
                <a:latin typeface="Malgun Gothic"/>
                <a:ea typeface="Malgun Gothic"/>
                <a:cs typeface="Malgun Gothic"/>
              </a:defRPr>
            </a:pPr>
            <a:r>
              <a:rPr sz="1425" b="1">
                <a:solidFill>
                  <a:srgbClr val="233746"/>
                </a:solidFill>
                <a:latin typeface="Malgun Gothic"/>
                <a:ea typeface="Malgun Gothic"/>
                <a:cs typeface="Malgun Gothic"/>
              </a:rPr>
              <a:t>10 known 선택 ≥3/5</a:t>
            </a:r>
          </a:p>
          <a:p xmlns:a="http://schemas.openxmlformats.org/drawingml/2006/main">
            <a:pPr algn="l">
              <a:defRPr sz="1425" b="1">
                <a:solidFill>
                  <a:srgbClr val="233746"/>
                </a:solidFill>
                <a:latin typeface="Malgun Gothic"/>
                <a:ea typeface="Malgun Gothic"/>
                <a:cs typeface="Malgun Gothic"/>
              </a:defRPr>
            </a:pPr>
            <a:r>
              <a:rPr sz="1425" b="1">
                <a:solidFill>
                  <a:srgbClr val="233746"/>
                </a:solidFill>
                <a:latin typeface="Malgun Gothic"/>
                <a:ea typeface="Malgun Gothic"/>
                <a:cs typeface="Malgun Gothic"/>
              </a:rPr>
              <a:t>미충족 2/5</a:t>
            </a:r>
          </a:p>
        </p:txBody>
      </p:sp>
      <p:sp>
        <p:nvSpPr>
          <p:cNvPr id="10" name="">
            <a:extLst xmlns:a="http://schemas.openxmlformats.org/drawingml/2006/main">
              <a:ext uri="{FF2B5EF4-FFF2-40B4-BE49-F238E27FC236}">
                <a16:creationId xmlns:a16="http://schemas.microsoft.com/office/drawing/2014/main" id="{7D33B865-FA93-4C3D-9607-F8C246B275AC}"/>
              </a:ext>
            </a:extLst>
          </p:cNvPr>
          <p:cNvSpPr>
            <a:spLocks xmlns:a="http://schemas.openxmlformats.org/drawingml/2006/main" noGrp="1"/>
          </p:cNvSpPr>
          <p:nvPr/>
        </p:nvSpPr>
        <p:spPr>
          <a:xfrm xmlns:a="http://schemas.openxmlformats.org/drawingml/2006/main">
            <a:off x="8210550" y="1714500"/>
            <a:ext cx="3371850" cy="3810000"/>
          </a:xfrm>
          <a:prstGeom xmlns:a="http://schemas.openxmlformats.org/drawingml/2006/main" prst="roundRect">
            <a:avLst>
              <a:gd name="adj" fmla="val 2260"/>
            </a:avLst>
          </a:prstGeom>
          <a:solidFill xmlns:a="http://schemas.openxmlformats.org/drawingml/2006/main">
            <a:srgbClr val="FFFFFF"/>
          </a:solidFill>
          <a:ln xmlns:a="http://schemas.openxmlformats.org/drawingml/2006/main" w="9525">
            <a:solidFill>
              <a:srgbClr val="CAD5D1"/>
            </a:solidFill>
          </a:ln>
        </p:spPr>
      </p:sp>
      <p:sp>
        <p:nvSpPr>
          <p:cNvPr id="11" name="">
            <a:extLst xmlns:a="http://schemas.openxmlformats.org/drawingml/2006/main">
              <a:ext uri="{FF2B5EF4-FFF2-40B4-BE49-F238E27FC236}">
                <a16:creationId xmlns:a16="http://schemas.microsoft.com/office/drawing/2014/main" id="{F4D2431E-75B9-46F8-A21F-28240B592BEB}"/>
              </a:ext>
            </a:extLst>
          </p:cNvPr>
          <p:cNvSpPr>
            <a:spLocks xmlns:a="http://schemas.openxmlformats.org/drawingml/2006/main" noGrp="1"/>
          </p:cNvSpPr>
          <p:nvPr/>
        </p:nvSpPr>
        <p:spPr>
          <a:xfrm xmlns:a="http://schemas.openxmlformats.org/drawingml/2006/main">
            <a:off x="8401050" y="1952625"/>
            <a:ext cx="29908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233746"/>
                </a:solidFill>
                <a:latin typeface="Malgun Gothic"/>
                <a:ea typeface="Malgun Gothic"/>
                <a:cs typeface="Malgun Gothic"/>
              </a:defRPr>
            </a:pPr>
            <a:r>
              <a:rPr sz="1425" b="1">
                <a:solidFill>
                  <a:srgbClr val="233746"/>
                </a:solidFill>
                <a:latin typeface="Malgun Gothic"/>
                <a:ea typeface="Malgun Gothic"/>
                <a:cs typeface="Malgun Gothic"/>
              </a:rPr>
              <a:t>11 novel 반복</a:t>
            </a:r>
          </a:p>
          <a:p xmlns:a="http://schemas.openxmlformats.org/drawingml/2006/main">
            <a:pPr algn="l">
              <a:defRPr sz="1425" b="1">
                <a:solidFill>
                  <a:srgbClr val="233746"/>
                </a:solidFill>
                <a:latin typeface="Malgun Gothic"/>
                <a:ea typeface="Malgun Gothic"/>
                <a:cs typeface="Malgun Gothic"/>
              </a:defRPr>
            </a:pPr>
            <a:r>
              <a:rPr sz="1425" b="1">
                <a:solidFill>
                  <a:srgbClr val="233746"/>
                </a:solidFill>
                <a:latin typeface="Malgun Gothic"/>
                <a:ea typeface="Malgun Gothic"/>
                <a:cs typeface="Malgun Gothic"/>
              </a:rPr>
              <a:t>검토 대기</a:t>
            </a:r>
          </a:p>
          <a:p xmlns:a="http://schemas.openxmlformats.org/drawingml/2006/main">
            <a:r>
              <a:t/>
            </a:r>
          </a:p>
          <a:p xmlns:a="http://schemas.openxmlformats.org/drawingml/2006/main">
            <a:pPr algn="l">
              <a:defRPr sz="1425" b="1">
                <a:solidFill>
                  <a:srgbClr val="233746"/>
                </a:solidFill>
                <a:latin typeface="Malgun Gothic"/>
                <a:ea typeface="Malgun Gothic"/>
                <a:cs typeface="Malgun Gothic"/>
              </a:defRPr>
            </a:pPr>
            <a:r>
              <a:rPr sz="1425" b="1">
                <a:solidFill>
                  <a:srgbClr val="233746"/>
                </a:solidFill>
                <a:latin typeface="Malgun Gothic"/>
                <a:ea typeface="Malgun Gothic"/>
                <a:cs typeface="Malgun Gothic"/>
              </a:rPr>
              <a:t>12 novel geometry</a:t>
            </a:r>
          </a:p>
          <a:p xmlns:a="http://schemas.openxmlformats.org/drawingml/2006/main">
            <a:pPr algn="l">
              <a:defRPr sz="1425" b="1">
                <a:solidFill>
                  <a:srgbClr val="233746"/>
                </a:solidFill>
                <a:latin typeface="Malgun Gothic"/>
                <a:ea typeface="Malgun Gothic"/>
                <a:cs typeface="Malgun Gothic"/>
              </a:defRPr>
            </a:pPr>
            <a:r>
              <a:rPr sz="1425" b="1">
                <a:solidFill>
                  <a:srgbClr val="233746"/>
                </a:solidFill>
                <a:latin typeface="Malgun Gothic"/>
                <a:ea typeface="Malgun Gothic"/>
                <a:cs typeface="Malgun Gothic"/>
              </a:rPr>
              <a:t>검토 대기</a:t>
            </a:r>
          </a:p>
          <a:p xmlns:a="http://schemas.openxmlformats.org/drawingml/2006/main">
            <a:r>
              <a:t/>
            </a:r>
          </a:p>
          <a:p xmlns:a="http://schemas.openxmlformats.org/drawingml/2006/main">
            <a:pPr algn="l">
              <a:defRPr sz="1425" b="1">
                <a:solidFill>
                  <a:srgbClr val="233746"/>
                </a:solidFill>
                <a:latin typeface="Malgun Gothic"/>
                <a:ea typeface="Malgun Gothic"/>
                <a:cs typeface="Malgun Gothic"/>
              </a:defRPr>
            </a:pPr>
            <a:r>
              <a:rPr sz="1425" b="1">
                <a:solidFill>
                  <a:srgbClr val="233746"/>
                </a:solidFill>
                <a:latin typeface="Malgun Gothic"/>
                <a:ea typeface="Malgun Gothic"/>
                <a:cs typeface="Malgun Gothic"/>
              </a:rPr>
              <a:t>13 정확 합성 경로</a:t>
            </a:r>
          </a:p>
          <a:p xmlns:a="http://schemas.openxmlformats.org/drawingml/2006/main">
            <a:pPr algn="l">
              <a:defRPr sz="1425" b="1">
                <a:solidFill>
                  <a:srgbClr val="233746"/>
                </a:solidFill>
                <a:latin typeface="Malgun Gothic"/>
                <a:ea typeface="Malgun Gothic"/>
                <a:cs typeface="Malgun Gothic"/>
              </a:defRPr>
            </a:pPr>
            <a:r>
              <a:rPr sz="1425" b="1">
                <a:solidFill>
                  <a:srgbClr val="233746"/>
                </a:solidFill>
                <a:latin typeface="Malgun Gothic"/>
                <a:ea typeface="Malgun Gothic"/>
                <a:cs typeface="Malgun Gothic"/>
              </a:rPr>
              <a:t>검토 대기</a:t>
            </a:r>
          </a:p>
          <a:p xmlns:a="http://schemas.openxmlformats.org/drawingml/2006/main">
            <a:r>
              <a:t/>
            </a:r>
          </a:p>
          <a:p xmlns:a="http://schemas.openxmlformats.org/drawingml/2006/main">
            <a:pPr algn="l">
              <a:defRPr sz="1425" b="1">
                <a:solidFill>
                  <a:srgbClr val="233746"/>
                </a:solidFill>
                <a:latin typeface="Malgun Gothic"/>
                <a:ea typeface="Malgun Gothic"/>
                <a:cs typeface="Malgun Gothic"/>
              </a:defRPr>
            </a:pPr>
            <a:r>
              <a:rPr sz="1425" b="1">
                <a:solidFill>
                  <a:srgbClr val="233746"/>
                </a:solidFill>
                <a:latin typeface="Malgun Gothic"/>
                <a:ea typeface="Malgun Gothic"/>
                <a:cs typeface="Malgun Gothic"/>
              </a:rPr>
              <a:t>14 형식 전문가 결정</a:t>
            </a:r>
          </a:p>
          <a:p xmlns:a="http://schemas.openxmlformats.org/drawingml/2006/main">
            <a:pPr algn="l">
              <a:defRPr sz="1425" b="1">
                <a:solidFill>
                  <a:srgbClr val="233746"/>
                </a:solidFill>
                <a:latin typeface="Malgun Gothic"/>
                <a:ea typeface="Malgun Gothic"/>
                <a:cs typeface="Malgun Gothic"/>
              </a:defRPr>
            </a:pPr>
            <a:r>
              <a:rPr sz="1425" b="1">
                <a:solidFill>
                  <a:srgbClr val="233746"/>
                </a:solidFill>
                <a:latin typeface="Malgun Gothic"/>
                <a:ea typeface="Malgun Gothic"/>
                <a:cs typeface="Malgun Gothic"/>
              </a:rPr>
              <a:t>검토 대기</a:t>
            </a:r>
          </a:p>
          <a:p xmlns:a="http://schemas.openxmlformats.org/drawingml/2006/main">
            <a:r>
              <a:t/>
            </a:r>
          </a:p>
          <a:p xmlns:a="http://schemas.openxmlformats.org/drawingml/2006/main">
            <a:pPr algn="l">
              <a:defRPr sz="1425" b="1">
                <a:solidFill>
                  <a:srgbClr val="233746"/>
                </a:solidFill>
                <a:latin typeface="Malgun Gothic"/>
                <a:ea typeface="Malgun Gothic"/>
                <a:cs typeface="Malgun Gothic"/>
              </a:defRPr>
            </a:pPr>
            <a:r>
              <a:rPr sz="1425" b="1">
                <a:solidFill>
                  <a:srgbClr val="233746"/>
                </a:solidFill>
                <a:latin typeface="Malgun Gothic"/>
                <a:ea typeface="Malgun Gothic"/>
                <a:cs typeface="Malgun Gothic"/>
              </a:rPr>
              <a:t>사람 결정·진술·정책</a:t>
            </a:r>
          </a:p>
          <a:p xmlns:a="http://schemas.openxmlformats.org/drawingml/2006/main">
            <a:pPr algn="l">
              <a:defRPr sz="1425" b="1">
                <a:solidFill>
                  <a:srgbClr val="233746"/>
                </a:solidFill>
                <a:latin typeface="Malgun Gothic"/>
                <a:ea typeface="Malgun Gothic"/>
                <a:cs typeface="Malgun Gothic"/>
              </a:defRPr>
            </a:pPr>
            <a:r>
              <a:rPr sz="1425" b="1">
                <a:solidFill>
                  <a:srgbClr val="233746"/>
                </a:solidFill>
                <a:latin typeface="Malgun Gothic"/>
                <a:ea typeface="Malgun Gothic"/>
                <a:cs typeface="Malgun Gothic"/>
              </a:rPr>
              <a:t>각 0</a:t>
            </a:r>
          </a:p>
        </p:txBody>
      </p:sp>
      <p:sp>
        <p:nvSpPr>
          <p:cNvPr id="12" name="">
            <a:extLst xmlns:a="http://schemas.openxmlformats.org/drawingml/2006/main">
              <a:ext uri="{FF2B5EF4-FFF2-40B4-BE49-F238E27FC236}">
                <a16:creationId xmlns:a16="http://schemas.microsoft.com/office/drawing/2014/main" id="{D0E75328-7C79-445A-9046-1A8DA19EB6E2}"/>
              </a:ext>
            </a:extLst>
          </p:cNvPr>
          <p:cNvSpPr>
            <a:spLocks xmlns:a="http://schemas.openxmlformats.org/drawingml/2006/main" noGrp="1"/>
          </p:cNvSpPr>
          <p:nvPr/>
        </p:nvSpPr>
        <p:spPr>
          <a:xfrm xmlns:a="http://schemas.openxmlformats.org/drawingml/2006/main">
            <a:off x="628650" y="578167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A94442"/>
                </a:solidFill>
                <a:latin typeface="Malgun Gothic"/>
                <a:ea typeface="Malgun Gothic"/>
                <a:cs typeface="Malgun Gothic"/>
              </a:defRPr>
            </a:pPr>
            <a:r>
              <a:rPr sz="1575" b="1">
                <a:solidFill>
                  <a:srgbClr val="A94442"/>
                </a:solidFill>
                <a:latin typeface="Malgun Gothic"/>
                <a:ea typeface="Malgun Gothic"/>
                <a:cs typeface="Malgun Gothic"/>
              </a:rPr>
              <a:t>새 holdout 3/5는 criterion 10의 기존 formal 2/5 실패를 소급 변경하지 않습니다.</a:t>
            </a:r>
          </a:p>
        </p:txBody>
      </p:sp>
      <p:sp>
        <p:nvSpPr>
          <p:cNvPr id="13" name="">
            <a:extLst xmlns:a="http://schemas.openxmlformats.org/drawingml/2006/main">
              <a:ext uri="{FF2B5EF4-FFF2-40B4-BE49-F238E27FC236}">
                <a16:creationId xmlns:a16="http://schemas.microsoft.com/office/drawing/2014/main" id="{3CA10C57-748A-4517-B3D5-CA8BC3C0D454}"/>
              </a:ext>
            </a:extLst>
          </p:cNvPr>
          <p:cNvSpPr>
            <a:spLocks xmlns:a="http://schemas.openxmlformats.org/drawingml/2006/main" noGrp="1"/>
          </p:cNvSpPr>
          <p:nvPr/>
        </p:nvSpPr>
        <p:spPr>
          <a:xfrm xmlns:a="http://schemas.openxmlformats.org/drawingml/2006/main">
            <a:off x="609600" y="63722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67782"/>
                </a:solidFill>
                <a:latin typeface="Malgun Gothic"/>
                <a:ea typeface="Malgun Gothic"/>
                <a:cs typeface="Malgun Gothic"/>
              </a:defRPr>
            </a:pPr>
            <a:r>
              <a:rPr sz="1200" b="0">
                <a:solidFill>
                  <a:srgbClr val="667782"/>
                </a:solidFill>
                <a:latin typeface="Malgun Gothic"/>
                <a:ea typeface="Malgun Gothic"/>
                <a:cs typeface="Malgun Gothic"/>
              </a:rPr>
              <a:t>출처: v7_final_report.md 14개 과학 기준 · final-verification.json assessment.criteria</a:t>
            </a:r>
          </a:p>
        </p:txBody>
      </p:sp>
    </p:spTree>
    <p:extLst>
      <p:ext uri="{BB962C8B-B14F-4D97-AF65-F5344CB8AC3E}">
        <p14:creationId xmlns:p14="http://schemas.microsoft.com/office/powerpoint/2010/main" val="1268156978"/>
      </p:ext>
    </p:extLst>
  </p:cSld>
</p:sld>
</file>

<file path=ppt/slides/slide1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8E35C048-3A67-4FBE-8E9F-9F4C9E7AE9A8}"/>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F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5EF8F3-404C-4AD9-84A5-AD97E2DBBBA7}"/>
              </a:ext>
            </a:extLst>
          </p:cNvPr>
          <p:cNvSpPr>
            <a:spLocks xmlns:a="http://schemas.openxmlformats.org/drawingml/2006/main" noGrp="1"/>
          </p:cNvSpPr>
          <p:nvPr/>
        </p:nvSpPr>
        <p:spPr>
          <a:xfrm xmlns:a="http://schemas.openxmlformats.org/drawingml/2006/main">
            <a:off x="609600" y="2857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087F78"/>
                </a:solidFill>
                <a:latin typeface="Malgun Gothic"/>
                <a:ea typeface="Malgun Gothic"/>
                <a:cs typeface="Malgun Gothic"/>
              </a:defRPr>
            </a:pPr>
            <a:r>
              <a:rPr sz="1200" b="1">
                <a:solidFill>
                  <a:srgbClr val="087F78"/>
                </a:solidFill>
                <a:latin typeface="Malgun Gothic"/>
                <a:ea typeface="Malgun Gothic"/>
                <a:cs typeface="Malgun Gothic"/>
              </a:rPr>
              <a:t>APPENDIX B</a:t>
            </a:r>
          </a:p>
        </p:txBody>
      </p:sp>
      <p:sp>
        <p:nvSpPr>
          <p:cNvPr id="3" name="">
            <a:extLst xmlns:a="http://schemas.openxmlformats.org/drawingml/2006/main">
              <a:ext uri="{FF2B5EF4-FFF2-40B4-BE49-F238E27FC236}">
                <a16:creationId xmlns:a16="http://schemas.microsoft.com/office/drawing/2014/main" id="{B5BC8C5B-7873-4F7B-BA0F-93ADEF1EA407}"/>
              </a:ext>
            </a:extLst>
          </p:cNvPr>
          <p:cNvSpPr>
            <a:spLocks xmlns:a="http://schemas.openxmlformats.org/drawingml/2006/main" noGrp="1"/>
          </p:cNvSpPr>
          <p:nvPr/>
        </p:nvSpPr>
        <p:spPr>
          <a:xfrm xmlns:a="http://schemas.openxmlformats.org/drawingml/2006/main">
            <a:off x="609600" y="5905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12263A"/>
                </a:solidFill>
                <a:latin typeface="Malgun Gothic"/>
                <a:ea typeface="Malgun Gothic"/>
                <a:cs typeface="Malgun Gothic"/>
              </a:defRPr>
            </a:pPr>
            <a:r>
              <a:rPr sz="2700" b="1">
                <a:solidFill>
                  <a:srgbClr val="12263A"/>
                </a:solidFill>
                <a:latin typeface="Malgun Gothic"/>
                <a:ea typeface="Malgun Gothic"/>
                <a:cs typeface="Malgun Gothic"/>
              </a:rPr>
              <a:t>공식 평가 배점과 현재 증거의 경계</a:t>
            </a:r>
          </a:p>
        </p:txBody>
      </p:sp>
      <p:sp>
        <p:nvSpPr>
          <p:cNvPr id="4" name="">
            <a:extLst xmlns:a="http://schemas.openxmlformats.org/drawingml/2006/main">
              <a:ext uri="{FF2B5EF4-FFF2-40B4-BE49-F238E27FC236}">
                <a16:creationId xmlns:a16="http://schemas.microsoft.com/office/drawing/2014/main" id="{DCA97039-9BC5-466C-9031-DCEC6665F955}"/>
              </a:ext>
            </a:extLst>
          </p:cNvPr>
          <p:cNvSpPr>
            <a:spLocks xmlns:a="http://schemas.openxmlformats.org/drawingml/2006/main" noGrp="1"/>
          </p:cNvSpPr>
          <p:nvPr/>
        </p:nvSpPr>
        <p:spPr>
          <a:xfrm xmlns:a="http://schemas.openxmlformats.org/drawingml/2006/main">
            <a:off x="628650" y="113347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667782"/>
                </a:solidFill>
                <a:latin typeface="Malgun Gothic"/>
                <a:ea typeface="Malgun Gothic"/>
                <a:cs typeface="Malgun Gothic"/>
              </a:defRPr>
            </a:pPr>
            <a:r>
              <a:rPr sz="1500" b="0">
                <a:solidFill>
                  <a:srgbClr val="667782"/>
                </a:solidFill>
                <a:latin typeface="Malgun Gothic"/>
                <a:ea typeface="Malgun Gothic"/>
                <a:cs typeface="Malgun Gothic"/>
              </a:rPr>
              <a:t>배점은 공고 기준이며 자체 점수나 예상 순위를 제시하지 않습니다.</a:t>
            </a:r>
          </a:p>
        </p:txBody>
      </p:sp>
      <p:sp>
        <p:nvSpPr>
          <p:cNvPr id="5" name="">
            <a:extLst xmlns:a="http://schemas.openxmlformats.org/drawingml/2006/main">
              <a:ext uri="{FF2B5EF4-FFF2-40B4-BE49-F238E27FC236}">
                <a16:creationId xmlns:a16="http://schemas.microsoft.com/office/drawing/2014/main" id="{525C79B1-21BB-4266-95C6-DFFD6266D6AA}"/>
              </a:ext>
            </a:extLst>
          </p:cNvPr>
          <p:cNvSpPr>
            <a:spLocks xmlns:a="http://schemas.openxmlformats.org/drawingml/2006/main" noGrp="1"/>
          </p:cNvSpPr>
          <p:nvPr/>
        </p:nvSpPr>
        <p:spPr>
          <a:xfrm xmlns:a="http://schemas.openxmlformats.org/drawingml/2006/main">
            <a:off x="11049000" y="638175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1">
                <a:solidFill>
                  <a:srgbClr val="667782"/>
                </a:solidFill>
                <a:latin typeface="Malgun Gothic"/>
                <a:ea typeface="Malgun Gothic"/>
                <a:cs typeface="Malgun Gothic"/>
              </a:defRPr>
            </a:pPr>
            <a:r>
              <a:rPr sz="1050" b="1">
                <a:solidFill>
                  <a:srgbClr val="667782"/>
                </a:solidFill>
                <a:latin typeface="Malgun Gothic"/>
                <a:ea typeface="Malgun Gothic"/>
                <a:cs typeface="Malgun Gothic"/>
              </a:rPr>
              <a:t>14</a:t>
            </a:r>
          </a:p>
        </p:txBody>
      </p:sp>
      <p:sp>
        <p:nvSpPr>
          <p:cNvPr id="6" name="">
            <a:extLst xmlns:a="http://schemas.openxmlformats.org/drawingml/2006/main">
              <a:ext uri="{FF2B5EF4-FFF2-40B4-BE49-F238E27FC236}">
                <a16:creationId xmlns:a16="http://schemas.microsoft.com/office/drawing/2014/main" id="{B9174A83-7E0B-4D9E-A3FD-9A6840ED26ED}"/>
              </a:ext>
            </a:extLst>
          </p:cNvPr>
          <p:cNvSpPr>
            <a:spLocks xmlns:a="http://schemas.openxmlformats.org/drawingml/2006/main" noGrp="1"/>
          </p:cNvSpPr>
          <p:nvPr/>
        </p:nvSpPr>
        <p:spPr>
          <a:xfrm xmlns:a="http://schemas.openxmlformats.org/drawingml/2006/main">
            <a:off x="723900" y="1657350"/>
            <a:ext cx="85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087F78"/>
                </a:solidFill>
                <a:latin typeface="Malgun Gothic"/>
                <a:ea typeface="Malgun Gothic"/>
                <a:cs typeface="Malgun Gothic"/>
              </a:defRPr>
            </a:pPr>
            <a:r>
              <a:rPr sz="2700" b="1">
                <a:solidFill>
                  <a:srgbClr val="087F78"/>
                </a:solidFill>
                <a:latin typeface="Malgun Gothic"/>
                <a:ea typeface="Malgun Gothic"/>
                <a:cs typeface="Malgun Gothic"/>
              </a:rPr>
              <a:t>30</a:t>
            </a:r>
          </a:p>
        </p:txBody>
      </p:sp>
      <p:sp>
        <p:nvSpPr>
          <p:cNvPr id="7" name="">
            <a:extLst xmlns:a="http://schemas.openxmlformats.org/drawingml/2006/main">
              <a:ext uri="{FF2B5EF4-FFF2-40B4-BE49-F238E27FC236}">
                <a16:creationId xmlns:a16="http://schemas.microsoft.com/office/drawing/2014/main" id="{3039BFC6-F914-4544-B309-C42C90D399A7}"/>
              </a:ext>
            </a:extLst>
          </p:cNvPr>
          <p:cNvSpPr>
            <a:spLocks xmlns:a="http://schemas.openxmlformats.org/drawingml/2006/main" noGrp="1"/>
          </p:cNvSpPr>
          <p:nvPr/>
        </p:nvSpPr>
        <p:spPr>
          <a:xfrm xmlns:a="http://schemas.openxmlformats.org/drawingml/2006/main">
            <a:off x="1809750" y="167640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12263A"/>
                </a:solidFill>
                <a:latin typeface="Malgun Gothic"/>
                <a:ea typeface="Malgun Gothic"/>
                <a:cs typeface="Malgun Gothic"/>
              </a:defRPr>
            </a:pPr>
            <a:r>
              <a:rPr sz="1650" b="1">
                <a:solidFill>
                  <a:srgbClr val="12263A"/>
                </a:solidFill>
                <a:latin typeface="Malgun Gothic"/>
                <a:ea typeface="Malgun Gothic"/>
                <a:cs typeface="Malgun Gothic"/>
              </a:rPr>
              <a:t>과학적 타당성 및 혁신성</a:t>
            </a:r>
          </a:p>
        </p:txBody>
      </p:sp>
      <p:sp>
        <p:nvSpPr>
          <p:cNvPr id="8" name="">
            <a:extLst xmlns:a="http://schemas.openxmlformats.org/drawingml/2006/main">
              <a:ext uri="{FF2B5EF4-FFF2-40B4-BE49-F238E27FC236}">
                <a16:creationId xmlns:a16="http://schemas.microsoft.com/office/drawing/2014/main" id="{70720D3A-D09F-4B98-9DF6-C3C74134CE70}"/>
              </a:ext>
            </a:extLst>
          </p:cNvPr>
          <p:cNvSpPr>
            <a:spLocks xmlns:a="http://schemas.openxmlformats.org/drawingml/2006/main" noGrp="1"/>
          </p:cNvSpPr>
          <p:nvPr/>
        </p:nvSpPr>
        <p:spPr>
          <a:xfrm xmlns:a="http://schemas.openxmlformats.org/drawingml/2006/main">
            <a:off x="5667375" y="1676400"/>
            <a:ext cx="561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233746"/>
                </a:solidFill>
                <a:latin typeface="Malgun Gothic"/>
                <a:ea typeface="Malgun Gothic"/>
                <a:cs typeface="Malgun Gothic"/>
              </a:defRPr>
            </a:pPr>
            <a:r>
              <a:rPr sz="1500" b="0">
                <a:solidFill>
                  <a:srgbClr val="233746"/>
                </a:solidFill>
                <a:latin typeface="Malgun Gothic"/>
                <a:ea typeface="Malgun Gothic"/>
                <a:cs typeface="Malgun Gothic"/>
              </a:rPr>
              <a:t>provenance 강점 · 효능과 승인 미입증</a:t>
            </a:r>
          </a:p>
        </p:txBody>
      </p:sp>
      <p:sp>
        <p:nvSpPr>
          <p:cNvPr id="9" name="">
            <a:extLst xmlns:a="http://schemas.openxmlformats.org/drawingml/2006/main">
              <a:ext uri="{FF2B5EF4-FFF2-40B4-BE49-F238E27FC236}">
                <a16:creationId xmlns:a16="http://schemas.microsoft.com/office/drawing/2014/main" id="{387F4567-A897-4FE1-A722-209DBDBD7F64}"/>
              </a:ext>
            </a:extLst>
          </p:cNvPr>
          <p:cNvSpPr>
            <a:spLocks xmlns:a="http://schemas.openxmlformats.org/drawingml/2006/main" noGrp="1"/>
          </p:cNvSpPr>
          <p:nvPr/>
        </p:nvSpPr>
        <p:spPr>
          <a:xfrm xmlns:a="http://schemas.openxmlformats.org/drawingml/2006/main">
            <a:off x="1809750" y="2257425"/>
            <a:ext cx="9477375" cy="9525"/>
          </a:xfrm>
          <a:prstGeom xmlns:a="http://schemas.openxmlformats.org/drawingml/2006/main" prst="rect">
            <a:avLst/>
          </a:prstGeom>
          <a:solidFill xmlns:a="http://schemas.openxmlformats.org/drawingml/2006/main">
            <a:srgbClr val="CAD5D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50CE3A5-2381-4585-B2C9-7E8BB9953764}"/>
              </a:ext>
            </a:extLst>
          </p:cNvPr>
          <p:cNvSpPr>
            <a:spLocks xmlns:a="http://schemas.openxmlformats.org/drawingml/2006/main" noGrp="1"/>
          </p:cNvSpPr>
          <p:nvPr/>
        </p:nvSpPr>
        <p:spPr>
          <a:xfrm xmlns:a="http://schemas.openxmlformats.org/drawingml/2006/main">
            <a:off x="723900" y="2476500"/>
            <a:ext cx="85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12263A"/>
                </a:solidFill>
                <a:latin typeface="Malgun Gothic"/>
                <a:ea typeface="Malgun Gothic"/>
                <a:cs typeface="Malgun Gothic"/>
              </a:defRPr>
            </a:pPr>
            <a:r>
              <a:rPr sz="2700" b="1">
                <a:solidFill>
                  <a:srgbClr val="12263A"/>
                </a:solidFill>
                <a:latin typeface="Malgun Gothic"/>
                <a:ea typeface="Malgun Gothic"/>
                <a:cs typeface="Malgun Gothic"/>
              </a:rPr>
              <a:t>10</a:t>
            </a:r>
          </a:p>
        </p:txBody>
      </p:sp>
      <p:sp>
        <p:nvSpPr>
          <p:cNvPr id="11" name="">
            <a:extLst xmlns:a="http://schemas.openxmlformats.org/drawingml/2006/main">
              <a:ext uri="{FF2B5EF4-FFF2-40B4-BE49-F238E27FC236}">
                <a16:creationId xmlns:a16="http://schemas.microsoft.com/office/drawing/2014/main" id="{B4EF7F0E-5E6C-490F-97AD-D672044E290E}"/>
              </a:ext>
            </a:extLst>
          </p:cNvPr>
          <p:cNvSpPr>
            <a:spLocks xmlns:a="http://schemas.openxmlformats.org/drawingml/2006/main" noGrp="1"/>
          </p:cNvSpPr>
          <p:nvPr/>
        </p:nvSpPr>
        <p:spPr>
          <a:xfrm xmlns:a="http://schemas.openxmlformats.org/drawingml/2006/main">
            <a:off x="1809750" y="249555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12263A"/>
                </a:solidFill>
                <a:latin typeface="Malgun Gothic"/>
                <a:ea typeface="Malgun Gothic"/>
                <a:cs typeface="Malgun Gothic"/>
              </a:defRPr>
            </a:pPr>
            <a:r>
              <a:rPr sz="1650" b="1">
                <a:solidFill>
                  <a:srgbClr val="12263A"/>
                </a:solidFill>
                <a:latin typeface="Malgun Gothic"/>
                <a:ea typeface="Malgun Gothic"/>
                <a:cs typeface="Malgun Gothic"/>
              </a:rPr>
              <a:t>에이전트 자율성 및 지능</a:t>
            </a:r>
          </a:p>
        </p:txBody>
      </p:sp>
      <p:sp>
        <p:nvSpPr>
          <p:cNvPr id="12" name="">
            <a:extLst xmlns:a="http://schemas.openxmlformats.org/drawingml/2006/main">
              <a:ext uri="{FF2B5EF4-FFF2-40B4-BE49-F238E27FC236}">
                <a16:creationId xmlns:a16="http://schemas.microsoft.com/office/drawing/2014/main" id="{7E9D33AD-195E-45B4-8789-EC0FFF7F5B13}"/>
              </a:ext>
            </a:extLst>
          </p:cNvPr>
          <p:cNvSpPr>
            <a:spLocks xmlns:a="http://schemas.openxmlformats.org/drawingml/2006/main" noGrp="1"/>
          </p:cNvSpPr>
          <p:nvPr/>
        </p:nvSpPr>
        <p:spPr>
          <a:xfrm xmlns:a="http://schemas.openxmlformats.org/drawingml/2006/main">
            <a:off x="5667375" y="2495550"/>
            <a:ext cx="561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233746"/>
                </a:solidFill>
                <a:latin typeface="Malgun Gothic"/>
                <a:ea typeface="Malgun Gothic"/>
                <a:cs typeface="Malgun Gothic"/>
              </a:defRPr>
            </a:pPr>
            <a:r>
              <a:rPr sz="1500" b="0">
                <a:solidFill>
                  <a:srgbClr val="233746"/>
                </a:solidFill>
                <a:latin typeface="Malgun Gothic"/>
                <a:ea typeface="Malgun Gothic"/>
                <a:cs typeface="Malgun Gothic"/>
              </a:rPr>
              <a:t>AI 6호출 기록 · 사람 승인 0</a:t>
            </a:r>
          </a:p>
        </p:txBody>
      </p:sp>
      <p:sp>
        <p:nvSpPr>
          <p:cNvPr id="13" name="">
            <a:extLst xmlns:a="http://schemas.openxmlformats.org/drawingml/2006/main">
              <a:ext uri="{FF2B5EF4-FFF2-40B4-BE49-F238E27FC236}">
                <a16:creationId xmlns:a16="http://schemas.microsoft.com/office/drawing/2014/main" id="{66E2CDFE-A3F5-42C8-8B7A-3D7BBB9699BC}"/>
              </a:ext>
            </a:extLst>
          </p:cNvPr>
          <p:cNvSpPr>
            <a:spLocks xmlns:a="http://schemas.openxmlformats.org/drawingml/2006/main" noGrp="1"/>
          </p:cNvSpPr>
          <p:nvPr/>
        </p:nvSpPr>
        <p:spPr>
          <a:xfrm xmlns:a="http://schemas.openxmlformats.org/drawingml/2006/main">
            <a:off x="1809750" y="3076575"/>
            <a:ext cx="9477375" cy="9525"/>
          </a:xfrm>
          <a:prstGeom xmlns:a="http://schemas.openxmlformats.org/drawingml/2006/main" prst="rect">
            <a:avLst/>
          </a:prstGeom>
          <a:solidFill xmlns:a="http://schemas.openxmlformats.org/drawingml/2006/main">
            <a:srgbClr val="CAD5D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06032E1-D1B3-4420-AD45-0FDC75BD23D8}"/>
              </a:ext>
            </a:extLst>
          </p:cNvPr>
          <p:cNvSpPr>
            <a:spLocks xmlns:a="http://schemas.openxmlformats.org/drawingml/2006/main" noGrp="1"/>
          </p:cNvSpPr>
          <p:nvPr/>
        </p:nvSpPr>
        <p:spPr>
          <a:xfrm xmlns:a="http://schemas.openxmlformats.org/drawingml/2006/main">
            <a:off x="723900" y="3295650"/>
            <a:ext cx="85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12263A"/>
                </a:solidFill>
                <a:latin typeface="Malgun Gothic"/>
                <a:ea typeface="Malgun Gothic"/>
                <a:cs typeface="Malgun Gothic"/>
              </a:defRPr>
            </a:pPr>
            <a:r>
              <a:rPr sz="2700" b="1">
                <a:solidFill>
                  <a:srgbClr val="12263A"/>
                </a:solidFill>
                <a:latin typeface="Malgun Gothic"/>
                <a:ea typeface="Malgun Gothic"/>
                <a:cs typeface="Malgun Gothic"/>
              </a:rPr>
              <a:t>15</a:t>
            </a:r>
          </a:p>
        </p:txBody>
      </p:sp>
      <p:sp>
        <p:nvSpPr>
          <p:cNvPr id="15" name="">
            <a:extLst xmlns:a="http://schemas.openxmlformats.org/drawingml/2006/main">
              <a:ext uri="{FF2B5EF4-FFF2-40B4-BE49-F238E27FC236}">
                <a16:creationId xmlns:a16="http://schemas.microsoft.com/office/drawing/2014/main" id="{B0820339-32CF-4AB9-9B57-F66C4DDD0492}"/>
              </a:ext>
            </a:extLst>
          </p:cNvPr>
          <p:cNvSpPr>
            <a:spLocks xmlns:a="http://schemas.openxmlformats.org/drawingml/2006/main" noGrp="1"/>
          </p:cNvSpPr>
          <p:nvPr/>
        </p:nvSpPr>
        <p:spPr>
          <a:xfrm xmlns:a="http://schemas.openxmlformats.org/drawingml/2006/main">
            <a:off x="1809750" y="331470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12263A"/>
                </a:solidFill>
                <a:latin typeface="Malgun Gothic"/>
                <a:ea typeface="Malgun Gothic"/>
                <a:cs typeface="Malgun Gothic"/>
              </a:defRPr>
            </a:pPr>
            <a:r>
              <a:rPr sz="1650" b="1">
                <a:solidFill>
                  <a:srgbClr val="12263A"/>
                </a:solidFill>
                <a:latin typeface="Malgun Gothic"/>
                <a:ea typeface="Malgun Gothic"/>
                <a:cs typeface="Malgun Gothic"/>
              </a:rPr>
              <a:t>도구 활용 및 통합 능력</a:t>
            </a:r>
          </a:p>
        </p:txBody>
      </p:sp>
      <p:sp>
        <p:nvSpPr>
          <p:cNvPr id="16" name="">
            <a:extLst xmlns:a="http://schemas.openxmlformats.org/drawingml/2006/main">
              <a:ext uri="{FF2B5EF4-FFF2-40B4-BE49-F238E27FC236}">
                <a16:creationId xmlns:a16="http://schemas.microsoft.com/office/drawing/2014/main" id="{DA5E30AB-0882-4A6B-AAD3-C12B2CD27CFC}"/>
              </a:ext>
            </a:extLst>
          </p:cNvPr>
          <p:cNvSpPr>
            <a:spLocks xmlns:a="http://schemas.openxmlformats.org/drawingml/2006/main" noGrp="1"/>
          </p:cNvSpPr>
          <p:nvPr/>
        </p:nvSpPr>
        <p:spPr>
          <a:xfrm xmlns:a="http://schemas.openxmlformats.org/drawingml/2006/main">
            <a:off x="5667375" y="3314700"/>
            <a:ext cx="561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233746"/>
                </a:solidFill>
                <a:latin typeface="Malgun Gothic"/>
                <a:ea typeface="Malgun Gothic"/>
                <a:cs typeface="Malgun Gothic"/>
              </a:defRPr>
            </a:pPr>
            <a:r>
              <a:rPr sz="1500" b="0">
                <a:solidFill>
                  <a:srgbClr val="233746"/>
                </a:solidFill>
                <a:latin typeface="Malgun Gothic"/>
                <a:ea typeface="Malgun Gothic"/>
                <a:cs typeface="Malgun Gothic"/>
              </a:rPr>
              <a:t>가장 강한 영역 · native strict-worker 미구현</a:t>
            </a:r>
          </a:p>
        </p:txBody>
      </p:sp>
      <p:sp>
        <p:nvSpPr>
          <p:cNvPr id="17" name="">
            <a:extLst xmlns:a="http://schemas.openxmlformats.org/drawingml/2006/main">
              <a:ext uri="{FF2B5EF4-FFF2-40B4-BE49-F238E27FC236}">
                <a16:creationId xmlns:a16="http://schemas.microsoft.com/office/drawing/2014/main" id="{C1514ACF-06AC-49F5-87F2-1F9EB6CB3B13}"/>
              </a:ext>
            </a:extLst>
          </p:cNvPr>
          <p:cNvSpPr>
            <a:spLocks xmlns:a="http://schemas.openxmlformats.org/drawingml/2006/main" noGrp="1"/>
          </p:cNvSpPr>
          <p:nvPr/>
        </p:nvSpPr>
        <p:spPr>
          <a:xfrm xmlns:a="http://schemas.openxmlformats.org/drawingml/2006/main">
            <a:off x="1809750" y="3895725"/>
            <a:ext cx="9477375" cy="9525"/>
          </a:xfrm>
          <a:prstGeom xmlns:a="http://schemas.openxmlformats.org/drawingml/2006/main" prst="rect">
            <a:avLst/>
          </a:prstGeom>
          <a:solidFill xmlns:a="http://schemas.openxmlformats.org/drawingml/2006/main">
            <a:srgbClr val="CAD5D1"/>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4A4D837-CF6E-41A0-95B0-914A9018EDD6}"/>
              </a:ext>
            </a:extLst>
          </p:cNvPr>
          <p:cNvSpPr>
            <a:spLocks xmlns:a="http://schemas.openxmlformats.org/drawingml/2006/main" noGrp="1"/>
          </p:cNvSpPr>
          <p:nvPr/>
        </p:nvSpPr>
        <p:spPr>
          <a:xfrm xmlns:a="http://schemas.openxmlformats.org/drawingml/2006/main">
            <a:off x="723900" y="4114800"/>
            <a:ext cx="85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12263A"/>
                </a:solidFill>
                <a:latin typeface="Malgun Gothic"/>
                <a:ea typeface="Malgun Gothic"/>
                <a:cs typeface="Malgun Gothic"/>
              </a:defRPr>
            </a:pPr>
            <a:r>
              <a:rPr sz="2700" b="1">
                <a:solidFill>
                  <a:srgbClr val="12263A"/>
                </a:solidFill>
                <a:latin typeface="Malgun Gothic"/>
                <a:ea typeface="Malgun Gothic"/>
                <a:cs typeface="Malgun Gothic"/>
              </a:rPr>
              <a:t>15</a:t>
            </a:r>
          </a:p>
        </p:txBody>
      </p:sp>
      <p:sp>
        <p:nvSpPr>
          <p:cNvPr id="19" name="">
            <a:extLst xmlns:a="http://schemas.openxmlformats.org/drawingml/2006/main">
              <a:ext uri="{FF2B5EF4-FFF2-40B4-BE49-F238E27FC236}">
                <a16:creationId xmlns:a16="http://schemas.microsoft.com/office/drawing/2014/main" id="{7AFA58FE-1364-4005-A77A-C042B7567E44}"/>
              </a:ext>
            </a:extLst>
          </p:cNvPr>
          <p:cNvSpPr>
            <a:spLocks xmlns:a="http://schemas.openxmlformats.org/drawingml/2006/main" noGrp="1"/>
          </p:cNvSpPr>
          <p:nvPr/>
        </p:nvSpPr>
        <p:spPr>
          <a:xfrm xmlns:a="http://schemas.openxmlformats.org/drawingml/2006/main">
            <a:off x="1809750" y="413385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12263A"/>
                </a:solidFill>
                <a:latin typeface="Malgun Gothic"/>
                <a:ea typeface="Malgun Gothic"/>
                <a:cs typeface="Malgun Gothic"/>
              </a:defRPr>
            </a:pPr>
            <a:r>
              <a:rPr sz="1650" b="1">
                <a:solidFill>
                  <a:srgbClr val="12263A"/>
                </a:solidFill>
                <a:latin typeface="Malgun Gothic"/>
                <a:ea typeface="Malgun Gothic"/>
                <a:cs typeface="Malgun Gothic"/>
              </a:rPr>
              <a:t>리소스 활용 효율성</a:t>
            </a:r>
          </a:p>
        </p:txBody>
      </p:sp>
      <p:sp>
        <p:nvSpPr>
          <p:cNvPr id="20" name="">
            <a:extLst xmlns:a="http://schemas.openxmlformats.org/drawingml/2006/main">
              <a:ext uri="{FF2B5EF4-FFF2-40B4-BE49-F238E27FC236}">
                <a16:creationId xmlns:a16="http://schemas.microsoft.com/office/drawing/2014/main" id="{5B0B6BCB-3837-4EFC-A41B-8B42C170ABFC}"/>
              </a:ext>
            </a:extLst>
          </p:cNvPr>
          <p:cNvSpPr>
            <a:spLocks xmlns:a="http://schemas.openxmlformats.org/drawingml/2006/main" noGrp="1"/>
          </p:cNvSpPr>
          <p:nvPr/>
        </p:nvSpPr>
        <p:spPr>
          <a:xfrm xmlns:a="http://schemas.openxmlformats.org/drawingml/2006/main">
            <a:off x="5667375" y="4133850"/>
            <a:ext cx="561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233746"/>
                </a:solidFill>
                <a:latin typeface="Malgun Gothic"/>
                <a:ea typeface="Malgun Gothic"/>
                <a:cs typeface="Malgun Gothic"/>
              </a:defRPr>
            </a:pPr>
            <a:r>
              <a:rPr sz="1500" b="0">
                <a:solidFill>
                  <a:srgbClr val="233746"/>
                </a:solidFill>
                <a:latin typeface="Malgun Gothic"/>
                <a:ea typeface="Malgun Gothic"/>
                <a:cs typeface="Malgun Gothic"/>
              </a:rPr>
              <a:t>no-dock preview · 동등 품질 비용 baseline 없음</a:t>
            </a:r>
          </a:p>
        </p:txBody>
      </p:sp>
      <p:sp>
        <p:nvSpPr>
          <p:cNvPr id="21" name="">
            <a:extLst xmlns:a="http://schemas.openxmlformats.org/drawingml/2006/main">
              <a:ext uri="{FF2B5EF4-FFF2-40B4-BE49-F238E27FC236}">
                <a16:creationId xmlns:a16="http://schemas.microsoft.com/office/drawing/2014/main" id="{AA33A0E4-F71A-47BC-9A07-49428FCB491E}"/>
              </a:ext>
            </a:extLst>
          </p:cNvPr>
          <p:cNvSpPr>
            <a:spLocks xmlns:a="http://schemas.openxmlformats.org/drawingml/2006/main" noGrp="1"/>
          </p:cNvSpPr>
          <p:nvPr/>
        </p:nvSpPr>
        <p:spPr>
          <a:xfrm xmlns:a="http://schemas.openxmlformats.org/drawingml/2006/main">
            <a:off x="1809750" y="4714875"/>
            <a:ext cx="9477375" cy="9525"/>
          </a:xfrm>
          <a:prstGeom xmlns:a="http://schemas.openxmlformats.org/drawingml/2006/main" prst="rect">
            <a:avLst/>
          </a:prstGeom>
          <a:solidFill xmlns:a="http://schemas.openxmlformats.org/drawingml/2006/main">
            <a:srgbClr val="CAD5D1"/>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3F6B6F7-5400-4E6A-B6CA-2B2E05B3390D}"/>
              </a:ext>
            </a:extLst>
          </p:cNvPr>
          <p:cNvSpPr>
            <a:spLocks xmlns:a="http://schemas.openxmlformats.org/drawingml/2006/main" noGrp="1"/>
          </p:cNvSpPr>
          <p:nvPr/>
        </p:nvSpPr>
        <p:spPr>
          <a:xfrm xmlns:a="http://schemas.openxmlformats.org/drawingml/2006/main">
            <a:off x="723900" y="4933950"/>
            <a:ext cx="85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087F78"/>
                </a:solidFill>
                <a:latin typeface="Malgun Gothic"/>
                <a:ea typeface="Malgun Gothic"/>
                <a:cs typeface="Malgun Gothic"/>
              </a:defRPr>
            </a:pPr>
            <a:r>
              <a:rPr sz="2700" b="1">
                <a:solidFill>
                  <a:srgbClr val="087F78"/>
                </a:solidFill>
                <a:latin typeface="Malgun Gothic"/>
                <a:ea typeface="Malgun Gothic"/>
                <a:cs typeface="Malgun Gothic"/>
              </a:rPr>
              <a:t>30</a:t>
            </a:r>
          </a:p>
        </p:txBody>
      </p:sp>
      <p:sp>
        <p:nvSpPr>
          <p:cNvPr id="23" name="">
            <a:extLst xmlns:a="http://schemas.openxmlformats.org/drawingml/2006/main">
              <a:ext uri="{FF2B5EF4-FFF2-40B4-BE49-F238E27FC236}">
                <a16:creationId xmlns:a16="http://schemas.microsoft.com/office/drawing/2014/main" id="{097A3E39-E0E8-4C96-AB04-0B7613D6C511}"/>
              </a:ext>
            </a:extLst>
          </p:cNvPr>
          <p:cNvSpPr>
            <a:spLocks xmlns:a="http://schemas.openxmlformats.org/drawingml/2006/main" noGrp="1"/>
          </p:cNvSpPr>
          <p:nvPr/>
        </p:nvSpPr>
        <p:spPr>
          <a:xfrm xmlns:a="http://schemas.openxmlformats.org/drawingml/2006/main">
            <a:off x="1809750" y="495300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12263A"/>
                </a:solidFill>
                <a:latin typeface="Malgun Gothic"/>
                <a:ea typeface="Malgun Gothic"/>
                <a:cs typeface="Malgun Gothic"/>
              </a:defRPr>
            </a:pPr>
            <a:r>
              <a:rPr sz="1650" b="1">
                <a:solidFill>
                  <a:srgbClr val="12263A"/>
                </a:solidFill>
                <a:latin typeface="Malgun Gothic"/>
                <a:ea typeface="Malgun Gothic"/>
                <a:cs typeface="Malgun Gothic"/>
              </a:rPr>
              <a:t>시연 및 완성도</a:t>
            </a:r>
          </a:p>
        </p:txBody>
      </p:sp>
      <p:sp>
        <p:nvSpPr>
          <p:cNvPr id="24" name="">
            <a:extLst xmlns:a="http://schemas.openxmlformats.org/drawingml/2006/main">
              <a:ext uri="{FF2B5EF4-FFF2-40B4-BE49-F238E27FC236}">
                <a16:creationId xmlns:a16="http://schemas.microsoft.com/office/drawing/2014/main" id="{76D68174-40F5-43CC-BB1D-F994639D8812}"/>
              </a:ext>
            </a:extLst>
          </p:cNvPr>
          <p:cNvSpPr>
            <a:spLocks xmlns:a="http://schemas.openxmlformats.org/drawingml/2006/main" noGrp="1"/>
          </p:cNvSpPr>
          <p:nvPr/>
        </p:nvSpPr>
        <p:spPr>
          <a:xfrm xmlns:a="http://schemas.openxmlformats.org/drawingml/2006/main">
            <a:off x="5667375" y="4953000"/>
            <a:ext cx="561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233746"/>
                </a:solidFill>
                <a:latin typeface="Malgun Gothic"/>
                <a:ea typeface="Malgun Gothic"/>
                <a:cs typeface="Malgun Gothic"/>
              </a:defRPr>
            </a:pPr>
            <a:r>
              <a:rPr sz="1500" b="0">
                <a:solidFill>
                  <a:srgbClr val="233746"/>
                </a:solidFill>
                <a:latin typeface="Malgun Gothic"/>
                <a:ea typeface="Malgun Gothic"/>
                <a:cs typeface="Malgun Gothic"/>
              </a:rPr>
              <a:t>공개 HTTPS 데모 · 실행 예시 3개 확인</a:t>
            </a:r>
          </a:p>
        </p:txBody>
      </p:sp>
      <p:sp>
        <p:nvSpPr>
          <p:cNvPr id="25" name="">
            <a:extLst xmlns:a="http://schemas.openxmlformats.org/drawingml/2006/main">
              <a:ext uri="{FF2B5EF4-FFF2-40B4-BE49-F238E27FC236}">
                <a16:creationId xmlns:a16="http://schemas.microsoft.com/office/drawing/2014/main" id="{F6AF8AD5-3271-4866-AA9A-844BBBBF5194}"/>
              </a:ext>
            </a:extLst>
          </p:cNvPr>
          <p:cNvSpPr>
            <a:spLocks xmlns:a="http://schemas.openxmlformats.org/drawingml/2006/main" noGrp="1"/>
          </p:cNvSpPr>
          <p:nvPr/>
        </p:nvSpPr>
        <p:spPr>
          <a:xfrm xmlns:a="http://schemas.openxmlformats.org/drawingml/2006/main">
            <a:off x="1809750" y="5534025"/>
            <a:ext cx="9477375" cy="9525"/>
          </a:xfrm>
          <a:prstGeom xmlns:a="http://schemas.openxmlformats.org/drawingml/2006/main" prst="rect">
            <a:avLst/>
          </a:prstGeom>
          <a:solidFill xmlns:a="http://schemas.openxmlformats.org/drawingml/2006/main">
            <a:srgbClr val="CAD5D1"/>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E2589A4-A152-45F8-9760-5C9D7E251A4F}"/>
              </a:ext>
            </a:extLst>
          </p:cNvPr>
          <p:cNvSpPr>
            <a:spLocks xmlns:a="http://schemas.openxmlformats.org/drawingml/2006/main" noGrp="1"/>
          </p:cNvSpPr>
          <p:nvPr/>
        </p:nvSpPr>
        <p:spPr>
          <a:xfrm xmlns:a="http://schemas.openxmlformats.org/drawingml/2006/main">
            <a:off x="723900" y="58959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A94442"/>
                </a:solidFill>
                <a:latin typeface="Malgun Gothic"/>
                <a:ea typeface="Malgun Gothic"/>
                <a:cs typeface="Malgun Gothic"/>
              </a:defRPr>
            </a:pPr>
            <a:r>
              <a:rPr sz="1575" b="1">
                <a:solidFill>
                  <a:srgbClr val="A94442"/>
                </a:solidFill>
                <a:latin typeface="Malgun Gothic"/>
                <a:ea typeface="Malgun Gothic"/>
                <a:cs typeface="Malgun Gothic"/>
              </a:rPr>
              <a:t>강점: 도구 통합과 추적성     제한: 과학적 타당성, 자율성, 일반화, 비용 비교</a:t>
            </a:r>
          </a:p>
        </p:txBody>
      </p:sp>
      <p:sp>
        <p:nvSpPr>
          <p:cNvPr id="27" name="">
            <a:extLst xmlns:a="http://schemas.openxmlformats.org/drawingml/2006/main">
              <a:ext uri="{FF2B5EF4-FFF2-40B4-BE49-F238E27FC236}">
                <a16:creationId xmlns:a16="http://schemas.microsoft.com/office/drawing/2014/main" id="{A47C6E6E-59CD-49C5-A9A9-189DD1DC2E8B}"/>
              </a:ext>
            </a:extLst>
          </p:cNvPr>
          <p:cNvSpPr>
            <a:spLocks xmlns:a="http://schemas.openxmlformats.org/drawingml/2006/main" noGrp="1"/>
          </p:cNvSpPr>
          <p:nvPr/>
        </p:nvSpPr>
        <p:spPr>
          <a:xfrm xmlns:a="http://schemas.openxmlformats.org/drawingml/2006/main">
            <a:off x="609600" y="63722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67782"/>
                </a:solidFill>
                <a:latin typeface="Malgun Gothic"/>
                <a:ea typeface="Malgun Gothic"/>
                <a:cs typeface="Malgun Gothic"/>
              </a:defRPr>
            </a:pPr>
            <a:r>
              <a:rPr sz="1200" b="0">
                <a:solidFill>
                  <a:srgbClr val="667782"/>
                </a:solidFill>
                <a:latin typeface="Malgun Gothic"/>
                <a:ea typeface="Malgun Gothic"/>
                <a:cs typeface="Malgun Gothic"/>
              </a:rPr>
              <a:t>출처: v7_competition_mapping.md · 공식 공고 PDF 5쪽 · 공식 본선 페이지</a:t>
            </a:r>
          </a:p>
        </p:txBody>
      </p:sp>
    </p:spTree>
    <p:extLst>
      <p:ext uri="{BB962C8B-B14F-4D97-AF65-F5344CB8AC3E}">
        <p14:creationId xmlns:p14="http://schemas.microsoft.com/office/powerpoint/2010/main" val="12470471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2026-10-01T15:18:45.3170000Z</dcterms:created>
  <dcterms:modified xsi:type="dcterms:W3CDTF">2026-10-01T15:18:45.3170000Z</dcterms:modified>
</coreProperties>
</file>